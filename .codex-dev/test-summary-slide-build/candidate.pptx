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f6bc88d5fc4310" /><Relationship Type="http://schemas.openxmlformats.org/officeDocument/2006/relationships/extended-properties" Target="/docProps/app.xml" Id="R45edea1088554027" /><Relationship Type="http://schemas.openxmlformats.org/officeDocument/2006/relationships/officeDocument" Target="/ppt/presentation.xml" Id="R750d89771e4f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f9a4f43b148ef"/>
  </p:sldMasterIdLst>
  <p:notesMasterIdLst>
    <p:notesMasterId xmlns:r="http://schemas.openxmlformats.org/officeDocument/2006/relationships" r:id="R6f3ec468f5534de4"/>
  </p:notesMasterIdLst>
  <p:sldIdLst>
    <p:sldId xmlns:r="http://schemas.openxmlformats.org/officeDocument/2006/relationships" id="256" r:id="R5be483c1e388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c9320ee37f4c8c" /><Relationship Type="http://schemas.openxmlformats.org/officeDocument/2006/relationships/slideMaster" Target="/ppt/slideMasters/slideMaster1.xml" Id="R102f9a4f43b148ef" /><Relationship Type="http://schemas.openxmlformats.org/officeDocument/2006/relationships/notesMaster" Target="/ppt/notesMasters/notesMaster1.xml" Id="R6f3ec468f5534de4" /><Relationship Type="http://schemas.openxmlformats.org/officeDocument/2006/relationships/presProps" Target="/ppt/presProps.xml" Id="Rb33ed482c13e4a0a" /><Relationship Type="http://schemas.openxmlformats.org/officeDocument/2006/relationships/tableStyles" Target="/ppt/tableStyles.xml" Id="Rd01e28cefb20466e" /><Relationship Type="http://schemas.openxmlformats.org/officeDocument/2006/relationships/slide" Target="/ppt/slides/slide1.xml" Id="R5be483c1e388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6fc6f09383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96d62227e4654" /><Relationship Type="http://schemas.openxmlformats.org/officeDocument/2006/relationships/notesMaster" Target="/ppt/notesMasters/notesMaster1.xml" Id="R00922d24537c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ข้อมูลสรุปอ้างอิงจาก README.md, package.json, โครงสร้าง src/app/api และ supabase/migrations ณ วันที่ 17 กันยายน 2026</a:t>
            </a:r>
          </a:p>
          <a:p xmlns:a="http://schemas.openxmlformats.org/drawingml/2006/main">
            <a:r>
              <a:t>ผลตรวจล่าสุด: npm run type-check ผ่าน, npm run build ผ่านเมื่ออนุญาตให้ดึง Google Fonts, npm run lint พบ 38 errors และ 14 warnings</a:t>
            </a:r>
          </a:p>
          <a:p xmlns:a="http://schemas.openxmlformats.org/drawingml/2006/main">
            <a:r>
              <a:t>API endpoint ที่ตรวจพบ: /api/chat, /api/search, /api/ai/categorize, /api/ai/queue, /api/export/analytics, /api/webhooks/n8n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4f7631fc040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fae9616be4d06" /><Relationship Type="http://schemas.openxmlformats.org/officeDocument/2006/relationships/slideLayout" Target="/ppt/slideLayouts/slideLayout1.xml" Id="Rfb14e451a716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4e451a716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3b85c0f914365" /><Relationship Type="http://schemas.openxmlformats.org/officeDocument/2006/relationships/notesSlide" Target="/ppt/notesSlides/notesSlide1.xml" Id="Rbbdcc874a0e8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17A53C8-DEED-455E-944A-D595AE87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-609600"/>
            <a:ext cx="5334000" cy="36766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83E9A-727E-4600-A0AF-025C7A94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3000" y="3600450"/>
            <a:ext cx="6858000" cy="3314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C050A-3E1A-4538-A1C8-4522C93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F640A-B9FA-4ADE-8084-5885BB6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099DA-F97E-4A95-BEFB-A9281C0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ECEBB-381B-49B6-AB3F-78FA0B72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0D175-3D7D-410A-9B70-B51D72B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225C-7A13-4F38-ACDA-FE9933B7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09456-BE5B-49D1-9461-17A161E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DE074-9181-4DDE-B611-B529C8AF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84E26-04AF-4684-ACB9-8D561489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27EEE-4896-45F4-A277-1822332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5290E-D4AB-432A-AEFA-4E75752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13078-0266-4DA7-B6F6-B004260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8734B-BA4B-4CD6-94D3-6070BD7F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2EC55-815E-4A74-B7D2-C427223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CABB0-37E3-4715-B2DE-D3DA3345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FE589-8F30-4479-90EB-9BA9798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B02B1-D812-4312-8525-3F4908F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93058-DCED-4997-ADC1-F57EAA1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47D66-CA64-4F62-BFAB-D6E29147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5D09B-3B93-41EC-9A85-B7C8B91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3644C-F92C-4E97-B69D-0A3C095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3BC92-EA3E-4587-8034-CFE2B3CF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69EC7-7A64-450B-B259-F3AB446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59BF4-E778-4818-B13D-9474A7D9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12D51-3ED8-4093-906D-D567CC3F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E5ED1-31C9-4321-9BA3-87901996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21790-8851-4B53-A755-5678FD8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4BF3B-8E13-4772-B60C-B21005D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62853-6860-4495-A16B-7DFBFD0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0FAAF-89E2-45E3-8159-2B73A01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1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9618B-1D41-4AF4-AAC6-B0060050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22213-9ABE-439A-BAF7-32DF55E2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B9E80-B6CB-452C-9D0C-86DF59DE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95F67C-4AE1-45B8-9931-71A02E61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CFDC39-C2FB-4F1A-9124-61F38401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CE603-02AE-40E4-9347-D1F77CE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1D1F01-52F5-4C85-BB89-165F747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5826DF-A80F-40A5-9A31-D41C2E1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72C11E-B66F-4263-ACDC-FF3420D0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D4AF6-ABA7-4444-824F-528F5E24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43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B35FE8-A7A1-458E-8115-7E672493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12D1A7-EF84-455B-A7C5-8C090FE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0FB00A-C4BC-4291-9DC7-EBD8B90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1F6082-D951-4E22-B737-E2CC04B4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637DF5-7AC9-4AF4-A93B-B0AD06F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E04E1F-8260-42FF-BED0-F9F3FFDA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65BF6B-195C-4B85-9484-5921FDD3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8E0B49-6DA2-4D0F-84DB-EE65A1D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E9F438-20E1-4880-A28C-2B9ED1D1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15F1F1-C8FB-4D9D-AD66-FBED86FB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667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0A0F87-7FD1-4469-9C70-413959E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24D334-4841-4610-88B7-34142137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A6B167-1D44-4F59-9C08-07AF304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E46317-6FE5-4543-A62F-4A5CECA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3738E1-5AEC-4AAB-9D9A-404E7DAA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07CA47-3027-483C-83BF-9875264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3BC98-9553-4D5B-816F-0304AB3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B465B4-10B2-4CFE-A32C-86E41B5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860E11-C28F-45C6-8E08-6D884CD7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50EB61-8960-487B-828E-F0D489D0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191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8B5F41-75D1-4B14-9CBE-38E6725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18AF89-2425-45BA-A47E-C85C92B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82E485-5CE4-4784-AB97-2D86523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EC89D9-7E0B-440F-A735-8FF7D3B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F2463C-F59B-4E54-8570-8E5969D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8ACF5A-83A3-44AC-B175-69DDBFD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1743E0-A868-49FC-8C37-0B8394D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C8395B-FFE4-4D7A-8324-0B146DF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E5574E-C8BB-4B1D-9F5D-3108C2EB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2439A1-700C-4429-AE73-3DFFA2E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715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3360F1-AEBE-4B6D-8C5F-8203BCE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ED1B2F-A5BF-489C-933B-A772D08B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31ABA3-13C4-4273-870F-10575B7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1C8F96-14DA-4771-8A68-A0D2FE4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A9C01A-A612-4605-B367-2EA72BA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02F479-3420-4129-80FD-87B2752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01B3D3-B562-4E1E-801E-C256B1CF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2B77E1-AAE0-4806-9793-91CE3B5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82643E-F4B6-4E31-B282-F5B739E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74119EA-A69B-46A7-83C5-D1EA71A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C62CA1-EBA2-4567-BBAD-5AC841D1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8CC8E5-11C1-4B32-BEF5-EB3F344C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DD8990-A566-4925-BD77-EC289C30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A463B9-15F0-464A-986E-D7E336D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AEB211-1710-48FF-88FF-6BEB7D2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6130359-996B-439C-B942-5B27315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279A36-35C5-4398-A806-48B8B38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6DFBD43-BAEA-4249-A14E-2A5110F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E25E951-7869-48DA-84CE-E49C0C8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2ED755-6959-46C9-9307-924F80EC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210624-2935-4286-80FF-4C4B375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A672F6-94E4-459A-A5C8-5BA64C1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289370-D506-45FE-A72F-3E998F51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3E7C515-A81B-4917-BC62-43631F8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DC91F9-950C-42B9-A986-46F5CCE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700FE4E-8410-4A9E-B022-BC84EB5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4E342DD-4810-4167-B1BE-BA3C053A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F5C7E6-C847-489F-9BA8-D6BC88BF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6F671B-5815-47BD-8D6E-BF5D10E4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0EDF2A-0FB5-4BBB-9845-449A6C8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BBCFEE-814A-4910-BCBB-F570F47B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214F05-DCBF-469B-9C17-F31278F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C31C08-9719-47EA-88DF-5A7B1C2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8FF4A6-B32B-47E0-A768-520C57E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B36D05-DBA7-451D-83CC-CBBC4163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848BBB-63A1-45D7-9050-C7F2CCF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9358488-3449-4256-A969-C0DA7E7B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AC9DFFC-D461-497B-A275-7840F0A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FE6EF71-83EC-414B-AEAA-8217198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0DF5A8C-E2E4-4D5C-AB6B-31758FF3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D01FDD-153D-4253-9A72-7B48325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88CFB95-A2FD-4A49-A433-AF50942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70AB8B-9473-4B17-AAC6-B71439A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9B1E86-B7D8-4C33-B71C-DCD6CBD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7CA92F-D4EF-45DD-8595-E49BA3E6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77CE58-E119-4C9D-B652-EEDD65F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DD38BA0-BFFE-408F-990F-D100DBF1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E6A1600-DAED-4896-909B-03C0A05B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59DE804-72D0-4AAA-A8A7-E497528F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F58A723-F785-4138-9F6D-1C2FB7F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609E3A-BDDF-42A0-ABB1-6F615710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EECC280-2FFB-4145-AC05-1E7435CB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43803A-4B87-4642-9BAD-0340E00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D1611D1-64C8-401C-9F2C-33DD2F29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EEAF2C-7D59-489E-9FCF-B71F1876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DB6D14E-3250-47E1-9E16-191993E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BCDC69E-4E16-487D-A519-03E0AB61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BFAE4EF-6302-4CF4-A7A0-6CEA17A8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792307-04B7-482C-8C46-CEF2AA3E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969728-B99A-468D-9ACE-C94808DD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C9049AE-9C74-4664-9DEB-D798D27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DA267E-58C0-4444-8206-86CC492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C9957A7-6D52-4D8A-8A4F-ED36352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A1F3ED8-FE8E-4E38-8E89-32DD8C40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6FC3FC5-2F4D-436B-ADCB-16EA7085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9FDFEC3-BDC3-4980-90A3-4E056EC7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ED25F4C-2042-4481-901A-3EB8F31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504841A-012A-4B92-B728-20307F5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2207092-CA11-4381-A392-383D571D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585714-C43F-415F-85CA-A64A7982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382B2C4-BA7C-4FEE-BA15-4D3BA03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974875A-7718-494C-B5F2-B4863B40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FFFF5C1-DF4A-4082-9DAD-FF73FFE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81FF5F3-1EA5-4886-B3C2-C46C683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370A648-A933-4476-8F43-4D4465A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6161423-07A5-4E4A-A8A4-1DAE0F2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AFA7E88-ED98-4145-A08F-3DE2D8F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DC8851-8422-488B-81C0-074F8296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E5359D-EAA9-43F3-A198-6E1057B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5696194-332C-475D-958D-86D4FB00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3B3AC18-80C4-44CF-814C-BE77BEA5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6986993-8B51-4C09-B4AB-7329044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BA666D6-08D0-492B-99A9-3352496F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AA2E25E-C986-4D01-A35A-ED9F6B81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805B895-1D22-4857-866F-F6B7D76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DD159B5-F281-49B3-BC84-5719AEAE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D636AFB-14AD-4558-937B-5BF3C895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531AB2A-BD11-4045-A4ED-4E1EA1B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0D7F5A1-A14B-46DB-9DA3-25FE10C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AAB2CF8-2959-452C-914A-7D84CD3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6630C31-B69E-4922-962B-D1202DC4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129F1CB-50F6-40FB-8666-2B0C8FE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F2E5DC7-C44F-457F-91F4-D0DCE05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2CDE28E-0E06-41B0-AF8E-8E28691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D24D8E7-6E4E-4E4D-8769-935A8D3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E02371-8C2B-4889-911F-508B798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9FEEAD8-6C00-4F07-BB16-37BE8E31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D877B75-D17F-4FDA-92B3-E074227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76802BE-683D-40D3-9216-C185474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499DC80-97DA-4691-92F9-0F8A631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4224D66-8022-4F37-86C3-8B47F8EC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D8AD61F-573B-456A-A925-A77240E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077C24B-8A96-4C45-BED6-F2C64EF0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929424B-B9A4-4973-B511-91A6F2A0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711864F-5792-4149-8F99-E416D08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B02E801-1F8E-4448-B94C-0162F4F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388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1CCBC7E-DD5E-4EF0-BAAA-E64A89EC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F30665D-2C8F-4D63-9617-A30673BA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C633EC4-AD3F-4B2E-98A1-E4DE8C38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7DFFB99-DA03-4C31-BDA0-740CFC7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49FF658-912A-4462-812C-8F85FCBF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BC88055-EBFC-48B6-A420-865E1CCC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5CA83F4-AC00-4844-94CD-E51CCD6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6FE1863-920B-4FFF-995D-6E22718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0EC84B7-F568-4EE3-8844-830214C9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AC42302-75C9-448D-A291-46145962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A536092-B675-4CCD-BFB5-FA3D54D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07BD7A7-3CD2-47D0-A59F-BF75680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503BB0E-1BCC-48FF-A2E7-69FDA99F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566DE38-97B3-44B7-8C8C-E72E95C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2F72BBF-8367-46D3-B155-ECD99672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A992D9C-9A4F-4C43-9C61-B3A6C02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D33F8C8-909C-4A57-A01F-372A7D6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1B020CE-B7EF-4306-8E3E-41F5EE6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99B8CC7-908E-4252-BFBF-625C67C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2506D28-8635-4CFD-83E8-4529F9CC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482C2B9-D65D-4227-ADE0-331AD4FB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7E217E1-147F-4E55-BB00-62B77BD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D87EDA4-9AE0-478C-BC64-A8D2726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A23F948-49E1-4637-97C9-260FD8EE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7712261-9FFB-471F-A70E-46E5C34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741B669-E0D7-4EB6-9E25-5637BBD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5D83851-CBF2-413E-AA0B-F35B66A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644D44A-3A13-484D-8902-1193B62D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8A53F6F-F64E-406B-8AB8-8195282B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CEA70B1-3C56-4052-A0FA-13AF9A4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960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7715E7A-2335-4615-8544-4E4ECD43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617F76B-050B-4256-B53A-903BDE79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335C184-85C0-4B98-B003-9E267E4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C27E7D7-5FE6-4E86-94B1-729DD90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E4943B3-0C3E-4CF8-9D1C-E343B69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A0EA06D9-1FB0-4CB4-8456-B1E770D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0537898-3151-4361-9916-1FAB471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21920F9-1ACD-4398-8FCC-A10FEE0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1E2F072-FB30-48FF-A6D5-D48A066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3F6A422-0629-474B-B7F9-08E9069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8484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D937A14-77C0-4FE0-A719-7E21EA7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F3434"/>
                </a:solidFill>
                <a:latin typeface="Tahoma"/>
                <a:ea typeface="Tahoma"/>
                <a:cs typeface="Tahoma"/>
              </a:rPr>
              <a:t>แผนการทดสอบและวิธีประเมิน</a:t>
            </a:r>
          </a:p>
        </p:txBody>
      </p:sp>
      <p:graphicFrame>
        <p:nvGraphicFramePr>
          <p:cNvPr id="442" name=""/>
          <p:cNvGraphicFramePr/>
          <p:nvPr/>
        </p:nvGraphicFramePr>
        <p:xfrm>
          <a:off xmlns:a="http://schemas.openxmlformats.org/drawingml/2006/main" x="609600" y="1162050"/>
          <a:ext xmlns:a="http://schemas.openxmlformats.org/drawingml/2006/main" cx="1070610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89874"/>
                <a:gridCol w="5137602"/>
                <a:gridCol w="3778624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ประเภทการทดสอบ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รายการและกรณีทดสอบของระบบ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เกณฑ์และผลการประเมิน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Functional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ตรวจ Login/Logout, สิทธิ์ผู้ใช้, CRUD บทความ, เอกสาร, หมวดหมู่ และ AI Chat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ผ่านจากการทดสอบการใช้งานหลัก และ build ผ่าน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API &amp; Integration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ตรวจ API 6 endpoint: Chat, Search, AI Categorize, AI Queue, Export และ n8n Webhook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ผ่านด้านโครงสร้างและการเชื่อมต่อภายในระบบ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Code Quality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ตรวจ TypeScript, ESLint และ production build ของ Next.js 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Type-check ผ่าน, Build ผ่าน, Lint ยังต้องแก้ 38 errors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D3642"/>
                          </a:solidFill>
                          <a:latin typeface="Tahoma"/>
                          <a:ea typeface="Tahoma"/>
                          <a:cs typeface="Tahoma"/>
                        </a:rPr>
                        <a:t>User Acceptance Test (UAT)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ให้ผู้ดูแลและเจ้าหน้าที่ทดลองใช้ผ่าน Web เช่น ค้นหา, อัปโหลดเอกสาร, ถาม AI และจัดการบทความ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4F5C6B"/>
                          </a:solidFill>
                          <a:latin typeface="Tahoma"/>
                          <a:ea typeface="Tahoma"/>
                          <a:cs typeface="Tahoma"/>
                        </a:rPr>
                        <a:t>อยู่ในขั้นทดลองใช้งานจริงและเก็บข้อเสนอแนะ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A6F405D-171C-4CDF-B84F-B424CAC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3434"/>
                </a:solidFill>
                <a:latin typeface="Tahoma"/>
                <a:ea typeface="Tahoma"/>
                <a:cs typeface="Tahoma"/>
              </a:rPr>
              <a:t>สรุปรายละเอียดการทดสอบ (TEST SUMMARY)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1BC88A9-1970-480D-9128-F3A8448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572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จำนวนชุดการทดสอบ: ตรวจ 4 กลุ่มหลัก ได้แก่ Functional, API/Integration, Code Quality และ UAT</a:t>
            </a:r>
          </a:p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ความถูกต้องของระบบ: TypeScript ตรวจผ่าน 100% และ production build ผ่านหลังอนุญาตให้ดึงฟอนต์</a:t>
            </a:r>
          </a:p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ขอบเขต API: ตรวจพบและตรวจสอบ endpoint หลัก 6 จุด ครอบคลุม Chat, Search, AI, Export และ n8n</a:t>
            </a:r>
          </a:p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ฐานข้อมูลและความปลอดภัย: มี Supabase migrations 19 ไฟล์ รองรับ Auth, RLS, Storage และ pgvector</a:t>
            </a:r>
          </a:p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ข้อที่ต้องปรับปรุง: ESLint ยังพบ 38 errors ส่วนใหญ่เป็นการใช้ any และ unused code บางจุด</a:t>
            </a:r>
          </a:p>
          <a:p xmlns:a="http://schemas.openxmlformats.org/drawingml/2006/main">
            <a:pPr>
              <a:defRPr sz="1725">
                <a:solidFill>
                  <a:srgbClr val="FF3434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F3434"/>
                </a:solidFill>
                <a:latin typeface="Tahoma"/>
                <a:ea typeface="Tahoma"/>
                <a:cs typeface="Tahoma"/>
              </a:rPr>
              <a:t>• สรุป: ระบบพร้อมสาธิตการทำงานหลัก แต่ควรแก้ lint และเก็บผล UAT เพิ่มก่อนส่งมอบฉบับสมบูรณ์</a:t>
            </a:r>
          </a:p>
        </p:txBody>
      </p:sp>
    </p:spTree>
    <p:extLst>
      <p:ext uri="{BB962C8B-B14F-4D97-AF65-F5344CB8AC3E}">
        <p14:creationId xmlns:p14="http://schemas.microsoft.com/office/powerpoint/2010/main" val="285895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2026-09-17T03:08:07.8290000Z</dcterms:created>
  <dcterms:modified xsi:type="dcterms:W3CDTF">2026-09-17T03:08:07.8290000Z</dcterms:modified>
</coreProperties>
</file>