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eb91070a2b426b" /><Relationship Type="http://schemas.openxmlformats.org/officeDocument/2006/relationships/extended-properties" Target="/docProps/app.xml" Id="Rb0aa9c4e262a4d89" /><Relationship Type="http://schemas.openxmlformats.org/officeDocument/2006/relationships/officeDocument" Target="/ppt/presentation.xml" Id="R525e99d024ec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33ec8d60e4bb3"/>
  </p:sldMasterIdLst>
  <p:notesMasterIdLst>
    <p:notesMasterId xmlns:r="http://schemas.openxmlformats.org/officeDocument/2006/relationships" r:id="Rbc8bc938f9214191"/>
  </p:notesMasterIdLst>
  <p:sldIdLst>
    <p:sldId xmlns:r="http://schemas.openxmlformats.org/officeDocument/2006/relationships" id="256" r:id="R50b024fee5ad4a31"/>
    <p:sldId xmlns:r="http://schemas.openxmlformats.org/officeDocument/2006/relationships" id="257" r:id="Ree2c99d6bc934b85"/>
    <p:sldId xmlns:r="http://schemas.openxmlformats.org/officeDocument/2006/relationships" id="258" r:id="Ra5762176bddf40a0"/>
    <p:sldId xmlns:r="http://schemas.openxmlformats.org/officeDocument/2006/relationships" id="259" r:id="R9ae8946290a94be8"/>
    <p:sldId xmlns:r="http://schemas.openxmlformats.org/officeDocument/2006/relationships" id="260" r:id="R9ae900e06de54cb8"/>
    <p:sldId xmlns:r="http://schemas.openxmlformats.org/officeDocument/2006/relationships" id="261" r:id="R1a6af162c6ab4834"/>
    <p:sldId xmlns:r="http://schemas.openxmlformats.org/officeDocument/2006/relationships" id="262" r:id="R346d77430f2a441d"/>
    <p:sldId xmlns:r="http://schemas.openxmlformats.org/officeDocument/2006/relationships" id="263" r:id="R2db5b7f977024ab2"/>
    <p:sldId xmlns:r="http://schemas.openxmlformats.org/officeDocument/2006/relationships" id="264" r:id="R33d3e3edb3e64d21"/>
    <p:sldId xmlns:r="http://schemas.openxmlformats.org/officeDocument/2006/relationships" id="265" r:id="R336247773bc94c3f"/>
    <p:sldId xmlns:r="http://schemas.openxmlformats.org/officeDocument/2006/relationships" id="266" r:id="R76d5b09b0a11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e0efd83494aa4" /><Relationship Type="http://schemas.openxmlformats.org/officeDocument/2006/relationships/slideMaster" Target="/ppt/slideMasters/slideMaster1.xml" Id="Rcec33ec8d60e4bb3" /><Relationship Type="http://schemas.openxmlformats.org/officeDocument/2006/relationships/notesMaster" Target="/ppt/notesMasters/notesMaster1.xml" Id="Rbc8bc938f9214191" /><Relationship Type="http://schemas.openxmlformats.org/officeDocument/2006/relationships/presProps" Target="/ppt/presProps.xml" Id="R31e1272f12ed4254" /><Relationship Type="http://schemas.openxmlformats.org/officeDocument/2006/relationships/viewProps" Target="/ppt/viewProps.xml" Id="R6d8b1df0510f48b4" /><Relationship Type="http://schemas.openxmlformats.org/officeDocument/2006/relationships/tableStyles" Target="/ppt/tableStyles.xml" Id="R97fdcf86a37b4252" /><Relationship Type="http://schemas.openxmlformats.org/officeDocument/2006/relationships/slide" Target="/ppt/slides/slide1.xml" Id="R50b024fee5ad4a31" /><Relationship Type="http://schemas.openxmlformats.org/officeDocument/2006/relationships/slide" Target="/ppt/slides/slide2.xml" Id="Ree2c99d6bc934b85" /><Relationship Type="http://schemas.openxmlformats.org/officeDocument/2006/relationships/slide" Target="/ppt/slides/slide3.xml" Id="Ra5762176bddf40a0" /><Relationship Type="http://schemas.openxmlformats.org/officeDocument/2006/relationships/slide" Target="/ppt/slides/slide4.xml" Id="R9ae8946290a94be8" /><Relationship Type="http://schemas.openxmlformats.org/officeDocument/2006/relationships/slide" Target="/ppt/slides/slide5.xml" Id="R9ae900e06de54cb8" /><Relationship Type="http://schemas.openxmlformats.org/officeDocument/2006/relationships/slide" Target="/ppt/slides/slide6.xml" Id="R1a6af162c6ab4834" /><Relationship Type="http://schemas.openxmlformats.org/officeDocument/2006/relationships/slide" Target="/ppt/slides/slide7.xml" Id="R346d77430f2a441d" /><Relationship Type="http://schemas.openxmlformats.org/officeDocument/2006/relationships/slide" Target="/ppt/slides/slide8.xml" Id="R2db5b7f977024ab2" /><Relationship Type="http://schemas.openxmlformats.org/officeDocument/2006/relationships/slide" Target="/ppt/slides/slide9.xml" Id="R33d3e3edb3e64d21" /><Relationship Type="http://schemas.openxmlformats.org/officeDocument/2006/relationships/slide" Target="/ppt/slides/slide10.xml" Id="R336247773bc94c3f" /><Relationship Type="http://schemas.openxmlformats.org/officeDocument/2006/relationships/slide" Target="/ppt/slides/slide11.xml" Id="R76d5b09b0a11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d11b59a40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38956d04040ed" /><Relationship Type="http://schemas.openxmlformats.org/officeDocument/2006/relationships/notesMaster" Target="/ppt/notesMasters/notesMaster1.xml" Id="Rda0d86019e39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0164713b9424d" /><Relationship Type="http://schemas.openxmlformats.org/officeDocument/2006/relationships/notesMaster" Target="/ppt/notesMasters/notesMaster1.xml" Id="R08d171c2a74f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0ca35bb5542cb" /><Relationship Type="http://schemas.openxmlformats.org/officeDocument/2006/relationships/notesMaster" Target="/ppt/notesMasters/notesMaster1.xml" Id="Rd5c7f7165452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67a7d5f6f24552" /><Relationship Type="http://schemas.openxmlformats.org/officeDocument/2006/relationships/notesMaster" Target="/ppt/notesMasters/notesMaster1.xml" Id="Rcc2ffba86965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bf417e39a4863" /><Relationship Type="http://schemas.openxmlformats.org/officeDocument/2006/relationships/notesMaster" Target="/ppt/notesMasters/notesMaster1.xml" Id="R7af13c43d68d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08617ec5ba4a78" /><Relationship Type="http://schemas.openxmlformats.org/officeDocument/2006/relationships/notesMaster" Target="/ppt/notesMasters/notesMaster1.xml" Id="R053a87dc037c4e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790c4aebe41e8" /><Relationship Type="http://schemas.openxmlformats.org/officeDocument/2006/relationships/notesMaster" Target="/ppt/notesMasters/notesMaster1.xml" Id="R7851f70b748f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79295b1ceb4c42" /><Relationship Type="http://schemas.openxmlformats.org/officeDocument/2006/relationships/notesMaster" Target="/ppt/notesMasters/notesMaster1.xml" Id="Rf1425f9c0478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37fb74ae2d4ef7" /><Relationship Type="http://schemas.openxmlformats.org/officeDocument/2006/relationships/notesMaster" Target="/ppt/notesMasters/notesMaster1.xml" Id="Rb12917f8d2ac4b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5af9784414053" /><Relationship Type="http://schemas.openxmlformats.org/officeDocument/2006/relationships/notesMaster" Target="/ppt/notesMasters/notesMaster1.xml" Id="R77d2e823187947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e113dd49064241" /><Relationship Type="http://schemas.openxmlformats.org/officeDocument/2006/relationships/notesMaster" Target="/ppt/notesMasters/notesMaster1.xml" Id="R6f95afb48b27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4e2c0c3dc4e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1cc28910642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5AF1CF-84A1-4246-B8FA-9A91B8C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9D47E1-A633-449C-A09E-B8DC91B2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≥ 75%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008D54-9625-4A82-943D-7AC488EF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D87ABDE-13E1-458F-A731-B919203251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1cc7351b954fcb" /><Relationship Type="http://schemas.openxmlformats.org/officeDocument/2006/relationships/slideLayout" Target="/ppt/slideLayouts/slideLayout1.xml" Id="Rbeacecfc00774b91" /><Relationship Type="http://schemas.openxmlformats.org/officeDocument/2006/relationships/slideLayout" Target="/ppt/slideLayouts/slideLayout2.xml" Id="R00aa38b421624af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4D2D0A-761B-4477-8E7E-CA84B892445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cecfc00774b91"/>
    <p:sldLayoutId xmlns:r="http://schemas.openxmlformats.org/officeDocument/2006/relationships" id="2147483650" r:id="R00aa38b421624af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9d70057a745c1" /><Relationship Type="http://schemas.openxmlformats.org/officeDocument/2006/relationships/notesSlide" Target="/ppt/notesSlides/notesSlide1.xml" Id="R9e6d95c11d5f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c3b0c490a4a86" /><Relationship Type="http://schemas.openxmlformats.org/officeDocument/2006/relationships/notesSlide" Target="/ppt/notesSlides/notesSlide2.xml" Id="R7971f93edb4b41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fce3488b74f26" /><Relationship Type="http://schemas.openxmlformats.org/officeDocument/2006/relationships/notesSlide" Target="/ppt/notesSlides/notesSlide3.xml" Id="R89708eeee5a7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603494e564465" /><Relationship Type="http://schemas.openxmlformats.org/officeDocument/2006/relationships/notesSlide" Target="/ppt/notesSlides/notesSlide4.xml" Id="Rcdcbcef456a4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00682c7efa4495" /><Relationship Type="http://schemas.openxmlformats.org/officeDocument/2006/relationships/notesSlide" Target="/ppt/notesSlides/notesSlide5.xml" Id="Rb7f61d2f96a748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731052921f4936" /><Relationship Type="http://schemas.openxmlformats.org/officeDocument/2006/relationships/notesSlide" Target="/ppt/notesSlides/notesSlide6.xml" Id="R7a12e0cd58f3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dedfb6aa346b5" /><Relationship Type="http://schemas.openxmlformats.org/officeDocument/2006/relationships/notesSlide" Target="/ppt/notesSlides/notesSlide7.xml" Id="Ra92fe23f4f6349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8241e116c47d6" /><Relationship Type="http://schemas.openxmlformats.org/officeDocument/2006/relationships/notesSlide" Target="/ppt/notesSlides/notesSlide8.xml" Id="Rb92a22fdc26f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055f89a536482d" /><Relationship Type="http://schemas.openxmlformats.org/officeDocument/2006/relationships/notesSlide" Target="/ppt/notesSlides/notesSlide9.xml" Id="Re845b88367cd4a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478dae4144f48" /><Relationship Type="http://schemas.openxmlformats.org/officeDocument/2006/relationships/notesSlide" Target="/ppt/notesSlides/notesSlide10.xml" Id="Rae556b9eb2dd4b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10a090d324a36" /><Relationship Type="http://schemas.openxmlformats.org/officeDocument/2006/relationships/notesSlide" Target="/ppt/notesSlides/notesSlide11.xml" Id="R1e7b6336b9fd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99E4C5-929B-495B-9765-5253305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437E89-53AA-4E1C-96A7-02E4657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401A59-71F2-4AFD-9F94-4013EB72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C71B48-01DD-41D5-9A0E-51BCCA2D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รายงานความก้าวหน้าโครงงาน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75-80%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E42046-4796-4B02-9C8B-57739AE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0F4F53-2A11-4B44-A9EF-EA94A24C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057741F-54F0-4C1B-8256-FA512824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75AE6CD-D17F-46B7-90D5-DF8BFA84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แสดงผลงานที่พัฒนาได้จริงและแผนพัฒนาต่อให้สมบูรณ์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053342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7DD020-B8BB-40C4-BB3F-63DA4CF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702761-7330-4751-B373-3CA44683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โครงงานนี้ช่วยให้ข้อมูลของวิทยาลัยถูกจัดเก็บ ค้นหา และนำกลับมาใช้ได้ง่ายขึ้น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7B8A17-6A34-4FF4-AE2D-672C5BD1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346145-CC9C-412A-9C61-439E5BFD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2BE424-2674-4556-AD1C-BCAECE6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5171CB-B326-4A66-8603-270A727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ข้อมูลความรู้และเอกสารกระจายหลายจุด ทำให้ค้นหายากและตอบคำถามซ้ำบ่อย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บุคลากรต้องการระบบกลางที่ช่วยจัดเก็บ ค้นหา และดูแลสิทธิ์การใช้งาน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645D9B-3FBB-44E3-94C0-29E3EA4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CB15E0-9AB3-4493-B298-65FBBEC1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DF8761-E98F-48C9-8200-C8C8A3B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0378985-CEFF-48EC-868B-FD0263A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สร้างระบบกลางสำหรับจัดการข้อมูลความรู้ของวิทยาลัย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ช่วยค้นหาและตอบคำถามจากข้อมูลภายใน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แยกสิทธิ์ผู้ใช้ให้เหมาะกับบทบาทงาน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FC2C8C-E668-45AA-B0D6-4355433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17C5034-DD35-42ED-882B-6E734D3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7EA6B7-4CC4-48FD-A7CC-A902468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40F0DC-5EC2-43E3-8192-0AA4668C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7C795D9-15EE-4B2E-844D-0835E54D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6E7C79-0848-4577-864A-1568BC2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D4BEE4-20A9-478A-A308-A98C895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ระบบมุ่งให้วิทยาลัยมีคลังความรู้ที่ค้นหาได้ง่าย ใช้ซ้ำได้ และควบคุมสิทธิ์ได้ชัดเจน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69FA039-F02C-4BC0-86BF-1ACF33A9AA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3292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E43365-49C7-4593-A851-3A81423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สรุปความก้าวหน้าปัจจุบัน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37DCDF-0E0F-4103-8CBC-AD2CC57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ความคืบหน้าโดยรวมอยู่ที่ประมาณ 75-80% และสามารถสาธิตส่วนหลักของระบบได้แล้ว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1F44661-2EBF-47B5-BEB3-55FF22E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23C24B7-7422-43EE-8835-6BACDAE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91554E8-4EEF-48EB-94EC-7900782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A1856C-1091-4B3E-94C3-8E94C115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78%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กำลังปรับรายละเอียด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ใช้งานได้บางส่วน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และมีหน้าสถิติ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0F04C68-41B2-4B06-978C-5498C08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4DF50D8-3138-4003-A24F-4DD8E00C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74A8EE-29EC-4F41-80DC-251AC21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ตัวเลขนี้ประเมินจากฟังก์ชันหลักที่พัฒนาแล้ว การเชื่อมฐานข้อมูล และส่วนที่ยังต้องทดสอบเพิ่มเติมก่อนส่งงานสมบูรณ์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B44489B-01D8-46D9-80E3-83CD5DF5A7F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3409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8F834A-9324-4FC4-A62E-6FAAC7F8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การออกแบบและวิธีดำเนินงาน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AB5A73-A893-48CF-99BA-BAFA8D2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ระบบใช้เว็บแอปเป็นศูนย์กลาง เชื่อมฐานข้อมูล บทความ เอกสาร และบริการ AI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3A91788-4230-4761-97F1-C88076C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992673-E9B9-4E48-8F89-9DF569E7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E68BB2-8928-45F5-BBFF-5BD803C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ภาพรวมการทำงานของระบบ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345681-B343-4A03-80CD-0D82445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ผู้ใช้เข้าสู่ระบบ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ตรวจสอบบทบาทและสิทธิ์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จัดการบทความหรือเอกสาร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ค้นหาข้อมูลหรือถาม AI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ระบบบันทึกผลและสถิติการใช้งาน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6B05DEC-86FB-467A-88C6-E96D897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9A8480E-39A2-4846-AEED-50F37E62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C45E36-417D-4F89-884B-5DEA756F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เครื่องมือที่ใช้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7804DB1-7D4D-4935-A0D2-EF6E8404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Next.js: โครงเว็บและหน้าจอระบบ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Supabase: ฐานข้อมูล เข้าสู่ระบบ และเก็บไฟล์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OpenAI: ช่วยตอบคำถามและประมวลผลภาษา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CSS: จัดหน้าตาเว็บให้ใช้งานง่าย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C0F60C2-0DDE-4839-87C3-D26C5AD0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6AF6598-AD71-4467-80AB-E81A0056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แนวทาง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05B1B7F-1158-4DCD-BA3C-4998CFE6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เน้นระบบที่ใช้งานได้จริงก่อน ได้แก่ ล็อกอิน ข้อมูลความรู้ เอกสาร แชท AI และสถิติ จากนั้นค่อยทดสอบและปรับความแม่นยำ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6F9415A-D386-46BE-8375-C0CAC5E7199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8427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DCC050-E0BB-405A-8EFD-E626CB35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9222B4-AC6A-4E1A-850B-3025FA25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A33A96-B4D8-4D9D-98C3-271CD271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0FD2E37-BA6E-45DB-94DE-D17CC107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ACD3696-C222-46E9-BA05-150858A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662FEA-DB61-429B-B2F8-43F4375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5E96E32-115F-4B4B-8AA9-548FBAC6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7688D3B-3F35-43B2-83B9-626CC6B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A8D147-4EB2-42C2-BBA6-239EA3B2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691898-53A3-4865-BA7E-F15B054F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1EB46A-A76A-422F-A55A-4052450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8ED68B1-9734-462A-BF5E-8828814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B03CE7-6E20-4368-80FB-B1FDB32E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2B872C-5F84-426D-9BC2-8896740E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231E828-647C-4AD1-9489-031BD49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265CF4E-FAD4-42CA-8D3D-33BCB20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D4056B-8A89-4FC4-A163-24478C3F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716E1EC-117B-4689-8B64-82CA804DA03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915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BBDA6D-FC5C-47A1-8852-CA56A68D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การทดสอบและผลที่ได้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FC43EE-6019-49A4-BA36-C4F1078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แสดงหลักฐานว่าผลงานไม่ได้เพียง “ทำเสร็จ” แต่ผ่านการทดสอบบางส่วนแล้ว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ยังต้องปรับความแม่นยำ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BA11A52-CE82-45DE-8D46-2F250F42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การทดสอบเบื้องต้น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8F15B90-1B1B-44F4-94CF-3B777A1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หลักฐานผลการทดสอบ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8210E2F-3ABC-4518-ADDC-E855849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B0818E4-774B-4ECC-972B-5A92BCA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EB51865-694B-4385-87C6-9CE340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88F53C1-2D56-4BDE-8AA6-E076BDCA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2B0DC0-DF7F-4364-B96E-B0522FB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6834D4E-0352-41D4-A471-FA22C71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 แต่ยังต้องเพิ่มข้อมูลตัวอย่าง ทดสอบหลายบัญชี และปรับคำตอบ AI ให้แม่นยำขึ้น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3053AC-213D-4DAD-A2DF-68754D8F37B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0671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986866-ED0F-4B8E-99AA-3734AF5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502DFE-B7FF-414A-AD61-A656175F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AI บางครั้งตอบกว้างเกินไป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ข้อมูลอ้างอิงยังไม่ครบ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ให้ระบบดึงบทความที่เกี่ยวข้องก่อนตอบ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คำตอบเริ่มตรงกับข้อมูลภายในมากขึ้น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DB102CC-9C42-41C0-A6C2-7FE57D78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60F53D-0D1D-4E8F-B6AA-1FC1CD3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EECDDE0-BA48-4CD7-9C9B-DF3AB88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ปัญหาหลักไม่ได้อยู่ที่การสร้างหน้าเว็บเท่านั้น แต่รวมถึงการจัดข้อมูลให้ดีพอสำหรับค้นหาและตอบคำถาม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ED9268A-8959-40E5-B7BF-BC2CB3C1007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0798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29CEA9-0086-47F1-AC05-5BF7929F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งานที่ยังเหลือและแผนพัฒนาสู่ 100%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83C889-331C-4D90-A869-87707D89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งานต่อไปเน้นการทดสอบจริง เพิ่มข้อมูลตัวอย่าง และปรับประสบการณ์ใช้งานให้พร้อมส่งงานสมบูรณ์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งานที่เหลือ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สถานะปัจจุบัน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สิ่งที่จะดำเนินการต่อ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เป้าหมาย/หลักฐานเมื่อเสร็จ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มีโครงสร้างรองรับแล้ว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เพิ่มข้อมูลตัวอย่างหลายหมวด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ค้นหาและตอบคำถามได้ครอบคลุม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ปรับหน้าใช้งาน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หน้าหลักทำงานแล้ว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แก้จุดที่ข้อความหรือปุ่มยังไม่ชัด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ผู้ใช้เข้าใจขั้นตอนได้ง่าย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รวบรวมหลักฐานบางส่วนแล้ว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เก็บภาพหน้าจอ ผลทดสอบ และคู่มือสั้น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7AB9ED9-3DFC-44CC-B0A3-C485DE0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6E95CB-BDEE-45F5-A102-610A3C9E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แผนต่อ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97FD29-385F-4106-8AEC-396FED4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งานที่เหลือเป็นงานเก็บรายละเอียดและตรวจคุณภาพ เพื่อให้ระบบพร้อมใช้งานจริงมากขึ้นในโครงการถัดไป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DF0F9C9-B4F8-464D-8697-7DF48F54DA8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3177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CAEA63-EF9A-4746-87AC-BE4F0A0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103E87-E14C-472B-949F-33FD503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47BE6EB-C146-4B2D-9650-6B0401C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DF3446-087A-4C74-AB51-F278DE01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F1997D3-554A-4EE7-AD72-5AFBD926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3A59F9E-AF63-4108-AB83-A44C9DA85A0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63004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A971F6-5C3B-432A-9F97-8A279BD6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371DDA-1C8F-46AB-B383-87CF2A4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ระบบพัฒนาไปถึงระดับที่สาธิตการใช้งานหลักได้ และยังเหลืองานทดสอบเพื่อความสมบูรณ์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AA9385-F442-44EA-9608-488FFCD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FBE3BD-D85C-4263-BA9F-AC7F5F2D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736DA4-0E16-4688-BBA3-91E4F177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EEFCCDD-ADFC-401D-BEAB-415B1D9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75-80%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DB8CA28-1A6F-4B00-9566-F740202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893757-9BE4-49B2-8F09-8CBD994C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714DBB-CFF8-4D93-90A6-0E10C0A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E5EEAE-B2BB-4732-9BAF-EA410CF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ตอบคำถามจากข้อมูลภายในได้ในระดับเบื้องต้น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B00278-CF73-4089-853B-8EA6CA65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4759B9A-1657-4EA3-B3ED-4BE3FA9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2273D0-3BEE-4A2A-AEFB-1FE18CEC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เป้าหมายภาคเรียนหน้า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C562EDA-3CEB-4A91-B5F0-76BE8E48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ปรับคำตอบ AI และจัดทำรายงานฉบับสมบูรณ์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A1D87E-7DA3-499D-BAFB-FECE4EF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5430C9-3F85-4C12-B815-6A3D4A0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BF7242-4088-400F-A605-EE773F6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7873F-3AF8-4766-8B82-C9D7508F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7DE9DA-EB4F-4F3D-8A49-3D9E7E30FCE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45882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925C5D-8308-4A4A-B5B4-B5A345C1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DC2358-6C6D-4A05-91F5-2C023B35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พร้อมหลักฐานสำรองเพื่อให้การนำเสนอราบรื่น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A6B3BF-51A9-444B-8AF8-D0577CE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ทบทวนสิ่งที่ยังเหลืออย่างตรงไปตรงมา เพราะงานยังอยู่ที่ 75-80%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9A78DB5-D0DF-4BEE-81F3-AD3FDA3B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F8BDCA-8BC6-4198-A1F9-8EB79981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นำเสนอเฉพาะสิ่งที่ทำได้จริง อธิบายให้เข้าใจง่าย และแสดงแผนพัฒนาต่อให้ครบ 100%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591CDB7-CACB-46E9-9153-3953ADE2341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19066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2026-09-14T15:13:30.9300000Z</dcterms:created>
  <dcterms:modified xsi:type="dcterms:W3CDTF">2026-09-14T15:13:30.9300000Z</dcterms:modified>
</coreProperties>
</file>