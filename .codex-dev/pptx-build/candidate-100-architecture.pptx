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ec6baea44ed5" /><Relationship Type="http://schemas.openxmlformats.org/officeDocument/2006/relationships/extended-properties" Target="/docProps/app.xml" Id="R94a8993c25f24ccd" /><Relationship Type="http://schemas.openxmlformats.org/officeDocument/2006/relationships/officeDocument" Target="/ppt/presentation.xml" Id="R72b76567e95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160674c6540ba"/>
  </p:sldMasterIdLst>
  <p:notesMasterIdLst>
    <p:notesMasterId xmlns:r="http://schemas.openxmlformats.org/officeDocument/2006/relationships" r:id="R87df63d77d7948ad"/>
  </p:notesMasterIdLst>
  <p:sldIdLst>
    <p:sldId xmlns:r="http://schemas.openxmlformats.org/officeDocument/2006/relationships" id="256" r:id="R3307dfa265834bda"/>
    <p:sldId xmlns:r="http://schemas.openxmlformats.org/officeDocument/2006/relationships" id="257" r:id="R454c73cffb62422d"/>
    <p:sldId xmlns:r="http://schemas.openxmlformats.org/officeDocument/2006/relationships" id="258" r:id="Rc21c0ef35cfb4592"/>
    <p:sldId xmlns:r="http://schemas.openxmlformats.org/officeDocument/2006/relationships" id="259" r:id="R12b1e83b53bc4ff4"/>
    <p:sldId xmlns:r="http://schemas.openxmlformats.org/officeDocument/2006/relationships" id="260" r:id="R4360c493e8e24a37"/>
    <p:sldId xmlns:r="http://schemas.openxmlformats.org/officeDocument/2006/relationships" id="261" r:id="Rb48e2c6096724500"/>
    <p:sldId xmlns:r="http://schemas.openxmlformats.org/officeDocument/2006/relationships" id="262" r:id="Rea88bcfb618649b4"/>
    <p:sldId xmlns:r="http://schemas.openxmlformats.org/officeDocument/2006/relationships" id="263" r:id="R5f93807ffb8c4312"/>
    <p:sldId xmlns:r="http://schemas.openxmlformats.org/officeDocument/2006/relationships" id="264" r:id="Rff9839813ea7490d"/>
    <p:sldId xmlns:r="http://schemas.openxmlformats.org/officeDocument/2006/relationships" id="265" r:id="Rfe6f9f92ff7444c6"/>
    <p:sldId xmlns:r="http://schemas.openxmlformats.org/officeDocument/2006/relationships" id="266" r:id="R9ce1f16c6f4c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b8429c1ca4425" /><Relationship Type="http://schemas.openxmlformats.org/officeDocument/2006/relationships/slideMaster" Target="/ppt/slideMasters/slideMaster1.xml" Id="Reb1160674c6540ba" /><Relationship Type="http://schemas.openxmlformats.org/officeDocument/2006/relationships/notesMaster" Target="/ppt/notesMasters/notesMaster1.xml" Id="R87df63d77d7948ad" /><Relationship Type="http://schemas.openxmlformats.org/officeDocument/2006/relationships/presProps" Target="/ppt/presProps.xml" Id="Re757989fb7a94743" /><Relationship Type="http://schemas.openxmlformats.org/officeDocument/2006/relationships/viewProps" Target="/ppt/viewProps.xml" Id="Rf6819a9a0f234a94" /><Relationship Type="http://schemas.openxmlformats.org/officeDocument/2006/relationships/tableStyles" Target="/ppt/tableStyles.xml" Id="R2962fc541cdb4829" /><Relationship Type="http://schemas.openxmlformats.org/officeDocument/2006/relationships/slide" Target="/ppt/slides/slide1.xml" Id="R3307dfa265834bda" /><Relationship Type="http://schemas.openxmlformats.org/officeDocument/2006/relationships/slide" Target="/ppt/slides/slide2.xml" Id="R454c73cffb62422d" /><Relationship Type="http://schemas.openxmlformats.org/officeDocument/2006/relationships/slide" Target="/ppt/slides/slide3.xml" Id="Rc21c0ef35cfb4592" /><Relationship Type="http://schemas.openxmlformats.org/officeDocument/2006/relationships/slide" Target="/ppt/slides/slide4.xml" Id="R12b1e83b53bc4ff4" /><Relationship Type="http://schemas.openxmlformats.org/officeDocument/2006/relationships/slide" Target="/ppt/slides/slide5.xml" Id="R4360c493e8e24a37" /><Relationship Type="http://schemas.openxmlformats.org/officeDocument/2006/relationships/slide" Target="/ppt/slides/slide6.xml" Id="Rb48e2c6096724500" /><Relationship Type="http://schemas.openxmlformats.org/officeDocument/2006/relationships/slide" Target="/ppt/slides/slide7.xml" Id="Rea88bcfb618649b4" /><Relationship Type="http://schemas.openxmlformats.org/officeDocument/2006/relationships/slide" Target="/ppt/slides/slide8.xml" Id="R5f93807ffb8c4312" /><Relationship Type="http://schemas.openxmlformats.org/officeDocument/2006/relationships/slide" Target="/ppt/slides/slide9.xml" Id="Rff9839813ea7490d" /><Relationship Type="http://schemas.openxmlformats.org/officeDocument/2006/relationships/slide" Target="/ppt/slides/slide10.xml" Id="Rfe6f9f92ff7444c6" /><Relationship Type="http://schemas.openxmlformats.org/officeDocument/2006/relationships/slide" Target="/ppt/slides/slide11.xml" Id="R9ce1f16c6f4c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963357c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a60370c64da8" /><Relationship Type="http://schemas.openxmlformats.org/officeDocument/2006/relationships/notesMaster" Target="/ppt/notesMasters/notesMaster1.xml" Id="R4672939a99e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2720c569642e5" /><Relationship Type="http://schemas.openxmlformats.org/officeDocument/2006/relationships/notesMaster" Target="/ppt/notesMasters/notesMaster1.xml" Id="R52efe90857f2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d2d1adf5d481d" /><Relationship Type="http://schemas.openxmlformats.org/officeDocument/2006/relationships/notesMaster" Target="/ppt/notesMasters/notesMaster1.xml" Id="Rc9c22720822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43e5ba8264e17" /><Relationship Type="http://schemas.openxmlformats.org/officeDocument/2006/relationships/notesMaster" Target="/ppt/notesMasters/notesMaster1.xml" Id="R41c29090aa5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292c7baf4e85" /><Relationship Type="http://schemas.openxmlformats.org/officeDocument/2006/relationships/notesMaster" Target="/ppt/notesMasters/notesMaster1.xml" Id="Rb1ff51d962de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c6b10e96437d" /><Relationship Type="http://schemas.openxmlformats.org/officeDocument/2006/relationships/notesMaster" Target="/ppt/notesMasters/notesMaster1.xml" Id="Rdf7ceb6fac68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292b2e6f402d" /><Relationship Type="http://schemas.openxmlformats.org/officeDocument/2006/relationships/notesMaster" Target="/ppt/notesMasters/notesMaster1.xml" Id="R34917e305277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67f7c906e420b" /><Relationship Type="http://schemas.openxmlformats.org/officeDocument/2006/relationships/notesMaster" Target="/ppt/notesMasters/notesMaster1.xml" Id="R2c7712e4608f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402b9d5204704" /><Relationship Type="http://schemas.openxmlformats.org/officeDocument/2006/relationships/notesMaster" Target="/ppt/notesMasters/notesMaster1.xml" Id="R9f8ca38e893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8c0b8571a4c07" /><Relationship Type="http://schemas.openxmlformats.org/officeDocument/2006/relationships/notesMaster" Target="/ppt/notesMasters/notesMaster1.xml" Id="R34444926bffb4d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d3c2708654b4c" /><Relationship Type="http://schemas.openxmlformats.org/officeDocument/2006/relationships/notesMaster" Target="/ppt/notesMasters/notesMaster1.xml" Id="R0cc7b93280d5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1175e012d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150c3c92b4f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183654-287F-45FF-8B8B-857D322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5E97F8-336E-4DCE-A8F4-B2D4111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100%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7C17E-E6CB-4BDA-A557-444D95B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B2A01E1-3629-4231-9761-41824C36CC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188b487904d8d" /><Relationship Type="http://schemas.openxmlformats.org/officeDocument/2006/relationships/slideLayout" Target="/ppt/slideLayouts/slideLayout1.xml" Id="Rb04a82ada84b4d36" /><Relationship Type="http://schemas.openxmlformats.org/officeDocument/2006/relationships/slideLayout" Target="/ppt/slideLayouts/slideLayout2.xml" Id="Rce233f7bd16344c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CC9161-0073-47A6-81EB-0EA0AF6058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a82ada84b4d36"/>
    <p:sldLayoutId xmlns:r="http://schemas.openxmlformats.org/officeDocument/2006/relationships" id="2147483650" r:id="Rce233f7bd16344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9587bf754e33" /><Relationship Type="http://schemas.openxmlformats.org/officeDocument/2006/relationships/notesSlide" Target="/ppt/notesSlides/notesSlide1.xml" Id="R8543e779e324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4ff0d3c14ee2" /><Relationship Type="http://schemas.openxmlformats.org/officeDocument/2006/relationships/notesSlide" Target="/ppt/notesSlides/notesSlide2.xml" Id="R04acf579bb0c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a04b53cd44409" /><Relationship Type="http://schemas.openxmlformats.org/officeDocument/2006/relationships/notesSlide" Target="/ppt/notesSlides/notesSlide3.xml" Id="R79bb2fd22719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73bc747884214" /><Relationship Type="http://schemas.openxmlformats.org/officeDocument/2006/relationships/notesSlide" Target="/ppt/notesSlides/notesSlide4.xml" Id="R2f52f2d28e8d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a0b986a0d44dc" /><Relationship Type="http://schemas.openxmlformats.org/officeDocument/2006/relationships/notesSlide" Target="/ppt/notesSlides/notesSlide5.xml" Id="Rd67be9d15413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5222547a5465c" /><Relationship Type="http://schemas.openxmlformats.org/officeDocument/2006/relationships/notesSlide" Target="/ppt/notesSlides/notesSlide6.xml" Id="Re2c5d09e319f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29a69549d464e" /><Relationship Type="http://schemas.openxmlformats.org/officeDocument/2006/relationships/notesSlide" Target="/ppt/notesSlides/notesSlide7.xml" Id="Rd2e894f040c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05447e2ba4e62" /><Relationship Type="http://schemas.openxmlformats.org/officeDocument/2006/relationships/notesSlide" Target="/ppt/notesSlides/notesSlide8.xml" Id="Raaae2237bb8a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a1f8dcd944efc" /><Relationship Type="http://schemas.openxmlformats.org/officeDocument/2006/relationships/notesSlide" Target="/ppt/notesSlides/notesSlide9.xml" Id="R89d1f11e5320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b969485348f4" /><Relationship Type="http://schemas.openxmlformats.org/officeDocument/2006/relationships/notesSlide" Target="/ppt/notesSlides/notesSlide10.xml" Id="R9bf6724b7499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c05241568483b" /><Relationship Type="http://schemas.openxmlformats.org/officeDocument/2006/relationships/notesSlide" Target="/ppt/notesSlides/notesSlide11.xml" Id="R9e48ebbb84e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C5523C-AF54-4F5E-A398-C46498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D7F0E-40CA-4B5A-8718-1D0FD75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6DA2DC-81D5-4ED2-B9FB-D567D66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EBD1DC-F066-4C99-B137-C4612C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รายงานสรุปผลโครงงาน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100%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46EE22-4B1D-4F46-9842-E2C972A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DD7844-9CCC-4C21-9175-AE01A79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68BE88-0C2A-4425-A5F9-38F83C0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1687F5-B10E-4E1C-9F25-C4513A0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แสดงผลงานที่พัฒนาเสร็จสมบูรณ์และพร้อมสาธิตการใช้งาน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79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798CB-E96A-48F9-A235-4EC2D3B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004C5A-4515-453C-B618-9952F55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โครงงานนี้ช่วยให้ผู้ปกครอง นักศึกษา และบุคลากรเข้าถึงข้อมูลของวิทยาลัยได้สะดวกขึ้น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EC6B7F-9922-4715-950B-215C08B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97214-830C-4CE7-9113-F92F9DC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1CB52-6985-495E-B6F6-D68298B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F2AF50-EC75-49DF-8747-DB33530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ผู้ปกครองและนักศึกษาถามข้อมูลผ่านเจ้าหน้าที่ แต่ข้อมูลกระจายหลายแหล่ง จึงตอบได้ล่าช้า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บางคำถามเข้ามานอกเวลาทำการ ทำให้เจ้าหน้าที่ไม่สามารถตรวจสอบและตอบกลับได้ทันที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59AC74-F25B-4EA0-A5D7-DD3E62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E65995-6FA8-4BC7-A99B-AD92B0B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016D54-3B72-4F13-B730-A8C962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B59B16-E77E-4AC8-9FAA-76DA5E0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รวมข้อมูลสำคัญของวิทยาลัยไว้ในระบบกลาง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ช่วยค้นหาและตอบคำถามได้ตลอดเวลา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กำหนดสิทธิ์ตามบทบาทผู้ใช้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1A0A15-7873-466F-ABF4-83F30A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E5664-D468-45EA-AEBE-D02714D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D90C3F-0C62-42DD-942D-3A3E436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46B583-F131-43F1-AF18-46D957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4A073C-885C-4FCB-A503-5E946E7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7AC532-A699-4F3B-82A3-4DE3DFC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E3567A-FB38-4F3F-ABC5-A979CA0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ระบบมุ่งให้ผู้ปกครองและนักศึกษาได้รับคำตอบได้สะดวก รวดเร็ว และต่อเนื่องมากขึ้น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E405DC-CCB6-4549-8D0B-DC864F6BFFA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45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9F6C9-5E69-4D7F-9C1D-F965DA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สรุปความสำเร็จของโครงงาน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E262E-407F-4566-9B1B-2DBF0DC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 100% ตามขอบเขตโครงงาน และสามารถสาธิตการทำงานหลักได้ครบถ้วน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EA12E1-A01B-4336-B614-5841237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D58802-F932-4487-867B-1F2922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D11B-E225-4136-BEB2-0EC7904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46F844-0512-4E3F-A8B0-7C694D5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100%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และแสดงสถิติการใช้งาน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30E742-2C71-47CA-9DF6-AF49CF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58B132-D7D3-456C-8360-A38CB63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DA80F-16CE-47CA-B0F9-E0D5245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ตัวเลขนี้ประเมินจากฟังก์ชันหลักที่พัฒนาเสร็จ การเชื่อมฐานข้อมูล การทดสอบ และหลักฐานที่พร้อมใช้ประกอบการนำเสนอ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F42D0A-9D3A-4058-A5AF-B6F0E68D4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86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781A-7CC8-4891-8350-78386CC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การออกแบบระบบ / System Architecture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C00D47-0A70-478D-83ED-81B73DB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สถาปัตยกรรมของระบบแบ่งเป็นชั้นการใช้งาน หน้าจอ ระบบหลังบ้าน AI และฐานข้อมูล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CE9515-FC8A-4815-B480-2A499FC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9F3884-8A95-4B00-A920-16D2A9A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DB118D-37DA-4F69-BAA3-F8AA0F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1. Client &amp; Frontend Layer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39202E-66D4-4C15-8A92-31F8D36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ผู้ใช้งานผ่าน Web Browser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Next.js 16 App Router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React 19 และ TypeScript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Tailwind CSS 4 และ shadcn/ui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Tiptap Editor และ Recharts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2ACE98-26C3-498D-8AE5-A8B649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B0AEF3-C35E-4B83-A539-4EE8522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C10348-9C83-43E9-A777-755A2C2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2. Backend API &amp; AI Layer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7D44F5-E0A6-4A2F-A370-6E15702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Next.js API Routes และ Server Actions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Supabase SSR สำหรับ session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OpenAI SDK และ Vercel AI SDK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Chat, Search, Categorize และ Export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2C318-6DAB-463F-8139-9509F2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8574C2-4438-4892-BE18-F7645C3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3. Database, Storage &amp; Automation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9B433C-419A-4830-BACD-626643B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Supabase, PostgreSQL, pgvector, Supabase Auth, Supabase Storage, RLS และ n8n Webhook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C7999A2-1998-43E3-851C-7F88922DCB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38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2F5BB-B4F8-4515-B512-0B6D001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28F19-1894-409D-93A0-9E55BD7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E7653-3409-41D5-80DA-9AED2A9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7DAD76-4BB6-47A0-8CFE-09295CD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E4E4C3-0E70-4D5B-8509-65D06C9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AE8F0A-A9A7-44E8-BDEF-5F2C656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DD58AB-FEF4-4FD2-9B21-4738057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849DC2-AB71-432D-B420-413201E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896DDB-5077-41A4-A8F6-1AAEF0D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579B58-8A47-441F-96C8-17498BE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478F96-9926-4940-9FB8-D5CBB7D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371725-3420-4EA8-BBA9-579D9B8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0C0F5-565C-489C-B1FB-DF2CAF9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E08613-2C9F-4CD7-8334-308A043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82E9DE-80F0-4226-A123-ADF72E8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253CF5-70BA-443F-B8D8-14DDBF4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FA90A-FE7C-497B-BB14-807D55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8C4CF9-C7A4-447C-A976-ECAC258092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55805-F07F-4F05-A347-88B0F8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การทดสอบเบื้องต้น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88CF6-7BCB-4C8F-97C8-1D108B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ทดสอบจากการใช้งานจริงของแต่ละหน้า เพื่อดูว่าส่วนหลักทำงานได้ตามที่ออกแบบไว้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6DC522-9CA4-49B5-9BAA-C310969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D0C902-08CC-4EF1-AA9A-0515F1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BE0C2D-2A4A-4C26-A584-9E9B43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13249-B307-41EB-856E-113B4EE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 ตรวจการบันทึกข้อมูล และตรวจการตอบกลับของ AI จากข้อมูลภายใน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CB711-80BC-464F-8F0A-D9B3305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2699BE-FCF0-4C3B-9DCB-1757141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8D27E3-293D-451C-9620-D2142A3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152D47-1A2C-4B1A-9D26-25F721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ส่วนหลักทำงานได้ครบตามขอบเขต ทดสอบหลายบัญชีได้ และ AI ตอบคำถามจากข้อมูลภายในได้ตรงประเด็นมากขึ้น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FC804A-CBD7-44CB-A30F-D6B59E52F0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19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4DC99-1356-42B3-9D76-AE4552A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1C8595-B45E-4EC9-9492-DBD849E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คำถามจากผู้ใช้มีหลายรูปแบบ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ข้อมูลเดิมกระจายและใช้ถ้อยคำต่างกัน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ปรับให้ระบบค้นหาบทความที่เกี่ยวข้องก่อนตอบ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1964A0-AB60-4DAC-85E2-DCA1325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55A2C1D-FFB7-4485-8E8B-30CDD0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6FA879-BD57-4492-A017-5A0DFDD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ปัญหาหลักอยู่ที่การรวมข้อมูลให้ค้นหาได้ง่าย และทำให้ระบบตอบคำถามได้ต่อเนื่องแม้นอกเวลาทำการ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CD7AB-8353-4BD2-A035-71DC46FB67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56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F32B12-3F5A-4805-B81B-F7BE2C8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งานที่ดำเนินการครบถ้วนและความพร้อมใช้งาน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559F8-2577-41B2-8D54-63C83BF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งานหลักดำเนินการครบตามขอบเขต พร้อมแสดงหลักฐานการทดสอบและสาธิตการใช้งานจริง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งานที่ดำเนินการ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สถานะเมื่อส่งงาน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ผลลัพธ์ที่ได้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ทดสอบกับข้อมูลตัวอย่างและข้อมูลจริง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เพิ่มข้อมูลหลายหมวดและตรวจการค้นหา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ผลทดสอบและหน้าจอการใช้งาน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ปรับประสบการณ์ใช้งาน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ปรับข้อความ ปุ่ม และลำดับการใช้งาน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หน้าจอพร้อมสาธิต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จัดทำรายงานและหลักฐานสาธิต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รวบรวมภาพหน้าจอ ผลทดสอบ และเอกสารประกอบ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พร้อมนำเสนอผลงานสมบูรณ์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70D6948-9C8A-4E48-98EF-EC88FC8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68A347-6682-40D4-BCDA-C9A7A56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ความพร้อม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F687599-C4FA-4847-8FDE-5256BB4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ระบบพร้อมสาธิตตามขอบเขตโครงงาน และสามารถต่อยอดด้วยข้อมูลจริงเพิ่มเติมเมื่อนำไปใช้งานในวงกว้าง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BCA1B-2C44-4215-B38D-69B29A190C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74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D9C509-794B-4C20-8176-1720707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C7833C-4D95-4F99-98CD-0FB343D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1055C7-ABF5-4C35-8147-552D264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E1BE146-3500-447F-84F8-72DB576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C47E55-3E01-4BEE-979E-39512AA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2345E2-A433-4173-90E1-69498178BA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528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A81AF-0876-434E-9396-32878F9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BE373D-8C7D-49DB-9296-CC43544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ระบบพัฒนาเสร็จครบตามขอบเขต สามารถสาธิตการใช้งานหลักและอธิบายผลการทดสอบได้ครบถ้วน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5420D6-F22F-4D93-BF89-A0D80DD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51C3A8-AB5B-4E1A-B535-60F4094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9812FC-56E4-40A4-A2A2-2162243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A59C9-BC41-43E6-B4C5-1241551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100%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D4CA2-BCAF-4B6A-BD70-2F3425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22D595-0B77-4ABD-8857-8EF731B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DFF47E-A65E-4981-8933-90532A5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06A0FF-DFF1-4C0C-B8F8-3764CBD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9C6A34-5D53-4100-A9C1-B36C689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39A39D-695D-43EE-A3BB-C8DC09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1C924D7-6E58-472A-AE3B-E442095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แนวทางต่อยอด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78EDA0-8DE5-4EFB-AC22-6E9573F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เพิ่มข้อมูลจริงให้ครอบคลุมมากขึ้น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ติดตามคำถามที่พบบ่อยและปรับข้อมูลให้ครบถ้วนขึ้น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50E90E-9CA4-46E6-B0E8-2B6B364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7A69EE-410C-4ED0-B6EE-127A7A9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845AAF-F6C8-46C7-95FD-A7256F1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3F4020-DDD5-45D1-B0AA-803943A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D7CABB-40B2-4CBC-BA79-D0F0B25F6C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7877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3229CF-7E7B-45FC-9747-28292E4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FB1E4F-D6DB-4293-98B6-103D92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พร้อมหลักฐานประกอบเพื่อให้การนำเสนอราบรื่น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191E8F-AA98-4400-A788-58C541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ทบทวนขั้นตอนสาธิตและคำถามที่คาดว่าจะได้รับ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2EDFB1-7BF1-4D7E-86E7-D20D7E6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A0C277-E4E3-460E-9B21-0A5BAB4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นำเสนอสิ่งที่ทำได้จริง อธิบายให้เข้าใจง่าย และแสดงผลลัพธ์ครบตามขอบเขตโครงงาน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DECEC7C-8D1B-4731-971C-6B4A44F543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3850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2026-09-14T15:15:09.5510000Z</dcterms:created>
  <dcterms:modified xsi:type="dcterms:W3CDTF">2026-09-14T15:15:09.5520000Z</dcterms:modified>
</coreProperties>
</file>