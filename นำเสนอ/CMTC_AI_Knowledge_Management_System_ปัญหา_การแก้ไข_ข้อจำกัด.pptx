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b5f9fa15bf42e0" /><Relationship Type="http://schemas.openxmlformats.org/officeDocument/2006/relationships/extended-properties" Target="/docProps/app.xml" Id="Rba8ea2d06a4f43b9" /><Relationship Type="http://schemas.openxmlformats.org/officeDocument/2006/relationships/officeDocument" Target="/ppt/presentation.xml" Id="R65b46f24226140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ab2ac4bcf4845"/>
  </p:sldMasterIdLst>
  <p:notesMasterIdLst>
    <p:notesMasterId xmlns:r="http://schemas.openxmlformats.org/officeDocument/2006/relationships" r:id="Rde4714f0ca5948f1"/>
  </p:notesMasterIdLst>
  <p:sldIdLst>
    <p:sldId xmlns:r="http://schemas.openxmlformats.org/officeDocument/2006/relationships" id="256" r:id="R305ab3db59da44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d9d94b1b314182" /><Relationship Type="http://schemas.openxmlformats.org/officeDocument/2006/relationships/slideMaster" Target="/ppt/slideMasters/slideMaster1.xml" Id="R7adab2ac4bcf4845" /><Relationship Type="http://schemas.openxmlformats.org/officeDocument/2006/relationships/notesMaster" Target="/ppt/notesMasters/notesMaster1.xml" Id="Rde4714f0ca5948f1" /><Relationship Type="http://schemas.openxmlformats.org/officeDocument/2006/relationships/presProps" Target="/ppt/presProps.xml" Id="Rd00abd6028cf4fbc" /><Relationship Type="http://schemas.openxmlformats.org/officeDocument/2006/relationships/tableStyles" Target="/ppt/tableStyles.xml" Id="R4dc5a1f65d4a4c52" /><Relationship Type="http://schemas.openxmlformats.org/officeDocument/2006/relationships/slide" Target="/ppt/slides/slide1.xml" Id="R305ab3db59da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302ef93647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7f8399222945b7" /><Relationship Type="http://schemas.openxmlformats.org/officeDocument/2006/relationships/notesMaster" Target="/ppt/notesMasters/notesMaster1.xml" Id="R1acd485d75c94b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ข้อมูลอ้างอิงจาก README.md, src/app/api, src/features/documents, src/features/ai, src/features/automation และ supabase/migrations</a:t>
            </a:r>
          </a:p>
          <a:p xmlns:a="http://schemas.openxmlformats.org/drawingml/2006/main">
            <a:r>
              <a:t>ผลตรวจล่าสุดจากงานก่อนหน้า: npm run build ผ่านหลังอนุญาตให้ดึง Google Fonts, npm run type-check ผ่าน, npm run lint ยังพบ 38 errors และ 14 warnings</a:t>
            </a:r>
          </a:p>
          <a:p xmlns:a="http://schemas.openxmlformats.org/drawingml/2006/main">
            <a:r>
              <a:t>สไลด์นี้สรุปปัญหาและข้อจำกัดของโปรเจกต์ CMTC AI Knowledge Management System ไม่ใช่ข้อความจากภาพตัวอย่าง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4011b3d5d4d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384600434446d6" /><Relationship Type="http://schemas.openxmlformats.org/officeDocument/2006/relationships/slideLayout" Target="/ppt/slideLayouts/slideLayout1.xml" Id="Rb02249b2a837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249b2a837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243818e514cea" /><Relationship Type="http://schemas.openxmlformats.org/officeDocument/2006/relationships/notesSlide" Target="/ppt/notesSlides/notesSlide1.xml" Id="Rd95b285b97134be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2F36"/>
            </a:gs>
            <a:gs pos="52000">
              <a:srgbClr val="FF664F"/>
            </a:gs>
            <a:gs pos="100000">
              <a:srgbClr val="FF9C55"/>
            </a:gs>
          </a:gsLst>
          <a:lin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56D093F-BCA3-45EA-AAEF-4D14AAB6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-571500"/>
            <a:ext cx="3429000" cy="7429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C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132F4-5A82-46EB-8BDD-CF2343D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-1752600"/>
            <a:ext cx="7181850" cy="781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8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B6CB0-2053-493B-8751-C8C18ECA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E9DE2-9F2A-4072-8F73-AE30BAF2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FE981-2BCA-44D1-8EC4-55D0FD0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2FC1A-8FD5-4311-9BC3-0C7CE888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FF3A5-154D-43E7-BBE2-4F9211BD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0B800-3AEF-47B7-976E-B23B2FDD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17B17-ECF8-421A-B003-12567704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0DED8-4552-4480-A907-0B762DD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C5CDC-65B9-4D9A-B2B3-1A26B65E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18183-6A63-42E5-9D1B-586B4665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F2F7E-EDF1-41BE-A405-52116DF1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76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4149A-84C7-4DC9-9BBB-4EA50237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08C8A-278F-4E3D-99F7-8517388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1EFD1-204E-4C2C-B66C-C3816181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9BAA7-CEDB-420D-B97F-63AC15EB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F1299-DFED-465C-9F31-02F71865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34F2F-4776-4741-BA0C-6DF7BCD5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F4D06-FE47-450E-8DF9-4311FA49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D8139-DEF7-4794-A651-04543B15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F52D3-6320-4843-9A8A-6281FE9D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D9E8C-8BE3-44A5-B570-9748CE2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8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6C0B4-850C-4302-B278-A7D3E182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258A8-DAA7-44A5-B287-EE348929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3B825-17B1-45F7-91AE-D62BF312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28470-3A5A-4D71-9760-985A7406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EA6E2-C518-444E-8DAD-E31AA0C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E657D-F117-4FF0-8A5D-2462A3FB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265E1-4FEB-4EA5-ABE1-FDE70C70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9F3EE-4D59-4DDA-9B22-E33012F4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DF85F-FF7F-4184-B03C-6B2D81FD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50CA1D-784E-4E90-B204-F9A6225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1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F0569-972F-466B-8212-31277A3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3F90F8-8411-4163-99C9-16689DC1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DA06C-AF70-4290-879F-88C9BF21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405A87-1BDD-4906-A351-1166EF3B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B2387F-86D4-4945-8B1F-29CF6BEB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D3DEE1-84FC-4E7A-80A5-145B5C64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46AFF3-F11B-4890-9BF5-FFF46C51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3DFF6F-64F5-4DCC-8F40-F76CE62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C8000F-E46D-4D6C-AAA3-FD9479ED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B26BB5-BBDD-469E-8CBE-0B7E3B7A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3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7131CF-68E6-4AAF-A8BF-D8A29F3F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22AABB-4265-41A1-A256-42D231FA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9975FC-F192-4920-86EB-7F5A7EF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095F09-6157-4037-93E0-D0EE1D0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1F6DF8-EC35-456C-BBBE-B10962CC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FE2E02-41B2-4821-8AED-53B9ACDE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CCF2F5-CEBA-4C8E-B899-C84019EB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BF3267-2999-48CC-8DA8-F366E0C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4E5AA5-6845-4C05-BAE3-0321DFC4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5F6147-E60D-4FDB-B8B4-0396E2DC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685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669931-1303-4A78-8C6C-432F63C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3239EB-F915-41D5-A5E6-7FB31B86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17CC8A-A9E4-4A56-A89E-FBF2E27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D6EE7F-0F70-4553-AB8A-DBA64917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11BC9A-1B94-4022-954D-0C57A3F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E2286F-A99E-4A99-B1C1-55378F23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4EDD5D-96A1-45C9-BAFC-12F66DFC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5B69B5-1E9F-42DB-9833-1ABFB02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16599B-2D98-45CE-9D32-9501E8A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6D89FE-2C24-4F6C-B26F-3C43568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83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D997DB-AE0F-4FA4-BCDB-6F4CAD7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706A6C-DA99-4830-9BED-F5804ACB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28FBFD-16B8-4159-A3B8-BF0D164C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F605D1-0559-4B29-A483-88093561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1A9CC3-67E8-4D6B-82B1-E443F3B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9A7BD0B-49AC-4D71-A5B4-0A4ABA20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0BFEC4-EED9-4751-9E59-305A562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21A623-4EA8-41AB-8264-BD24AC90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E183E1-C982-4F7A-9548-98C8F0F7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06E07A-1427-4530-9C4B-47088BD8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2D93D5-CFE3-4A99-B965-F7774727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E62B3E6-AD9F-4C32-B6ED-161A0DF8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D818D8-8E4A-4066-A525-EA285A8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1ECF7E-BD2D-4C3E-8974-906CFBC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14F7AA-F75E-45EC-9E10-14E3B8A1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214D5D-91F1-4F4D-B6E0-1777A2E2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2A34CE-3CE1-443E-83E6-AA5567B0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3322264-2C98-40B2-A3A3-492881AA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6D5F450-888C-4F3A-8CA3-F4D3C7DC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D49959-403D-4D23-9C74-778AED92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A11705-290F-477A-A4F4-F8C2F98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57CD0EA-DB2D-4B0C-90F5-82E8D45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2C479C8-ECE9-49F9-980C-DC147D92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B3D6088-756B-41F2-811A-40EF2C01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BD9E06-EA37-41C7-A20B-E5C2D59F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9F1AE9-2CC3-46E0-AB9D-59A0E18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F3943E-76E0-4699-A3B4-D4139DDF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AED8767-D292-47E0-89B1-8C82A5CF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3654F6-E9EA-48FD-B0FC-B330B24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EC694B1-3AEF-4E13-87A5-A821821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5A83511-E32F-4891-B107-1843DCB2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68B9D6-0AE1-4ADD-96D0-8DE8F114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5BDA2A-4FC3-453A-9A43-2BA0D342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100368-895B-4F6E-8239-5285DCF3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F203C1E-15DE-4633-B077-E757AC4D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A699906-BCCA-4942-93BE-E3FB9F9C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05CB4D8-C8CA-48CD-B24B-116761AE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DE61D66-0865-43A1-8AD5-65D2FA99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D2EA962-EA34-4B4C-85C3-EF6B6CF7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5EB1F4-C996-45FD-966A-4681B6A3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965ED4-79FF-4EBD-91BF-BC209580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1271D1-813E-423C-9BC3-50BD29E0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AC82B51-F448-4077-9E76-70EC5992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47F84B0-C890-4899-B3E5-FA9CDE29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CD4EB90-6531-4D9F-B140-47AB133B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4B74117-26FA-4D14-BD85-F21C4E7D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5A9A60C-7F6A-4CAD-BF0F-CF2C98A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65150D7-DB00-4F9E-B0D9-3DF27AA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5EB354C-C68E-4163-80D9-1FCA3CCC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981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3F80351-0908-47BA-BA9F-51339B44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5B52875-00C5-43F0-B935-8E4B4BCD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8B4DD0-89E4-4228-AF65-55FEF17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59CCF7B-45BC-4F91-886F-22A54350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C42FA8-AA63-4C37-A1BC-41027181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48DB2D-2993-4F99-A30D-E85469AD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445F7F-FB70-49B0-AEB8-C5831D04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134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99E6B1-770D-430D-8C92-01CECE69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E0A678F-422D-4D8D-B046-EDD678E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56912E7-EEA7-407D-A2D2-36198537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A4717C-E97C-43D8-9938-093EB023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2FA1F5-18DA-4DA6-96DA-F618CD7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C0F0D08-27B1-4481-B573-C99333FB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154F463-0E67-4678-B3E8-A2704271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2865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BF78FC7-81EA-4699-ADD1-7944E2F6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84E19EC-1056-4ECB-9413-6AB82EEC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A4AF79C-BBCA-4547-9F40-F8FFF9C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CDBF6D-C691-4E56-9CF8-B6620A3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D882D03-7A0B-46F4-8E38-F4833F3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3A64CF6-11E4-4DFB-96FD-E59244F3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64C29B7-8D6C-4CB3-AE06-4F089E7E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4389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F5B750F-CA05-48D1-B02E-AE094EC4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28AABFB-D345-4C3E-8C74-1CDDF7C1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9F79437-A4F2-47E7-B780-04F2418E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507391B-E760-4896-B5B2-210C77D8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F731B2A-CF51-49FC-B83C-7E5D2D3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95E96AA-C7F6-430D-8F8D-B12B871A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DF64CD5-1EF6-4C2D-9F3F-781FEB62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5913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902CDE2-202F-4C9F-B69E-F602474D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1CE9588-5466-4912-9FAA-3D213AB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0F1F323-F20E-4CCE-B466-150338E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278E90F-009A-4055-972D-10759859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9CBB52A-CADD-48FA-93FA-4B2CAEEA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60F1F8F-5E5A-4D9F-862C-B7106AD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9958E98-BFB6-408C-9B16-F77073F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743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14BE8D9-DEEE-4044-939E-197F16CE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ปัญหาที่พบ การแก้ไข และข้อจำกัด</a:t>
            </a:r>
          </a:p>
        </p:txBody>
      </p:sp>
      <p:graphicFrame>
        <p:nvGraphicFramePr>
          <p:cNvPr id="29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45022"/>
                <a:gridCol w="2586744"/>
                <a:gridCol w="3129125"/>
                <a:gridCol w="2711909"/>
              </a:tblGrid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ปัญหาที่พบระหว่างพัฒนา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สาเหตุของปัญหา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วิธีการแก้ไขเชิงเทคนิค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ผลลัพธ์และข้อจำกัด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1. Production build ล้มเหลวตอนแรก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Next.js ต้องดึงฟอนต์ Geist จาก Google Fonts แต่สภาพแวดล้อมทดสอบปิดเครือข่าย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อนุญาตเครือข่ายระหว่าง build และตรวจซ้ำด้วย npm run build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Build ผ่าน สร้างหน้า static/dynamic ได้ครบ แต่ deploy จริงต้องให้ server ดึงฟอนต์ได้หรือเปลี่ยนเป็น local font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2. ESLint ยังพบข้อผิดพลาด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หลายไฟล์ยังใช้ any และมี unused imports ในบางหน้า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ต้องกำหนด type ให้ชัดเจน เช่น User, Article, API response และลบตัวแปรที่ไม่ใช้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Type-check ผ่านแล้ว แต่ lint ยังเหลือ 38 errors จึงเป็นข้อจำกัดก่อนส่งมอบฉบับสมบูรณ์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3. สิทธิ์ข้อมูลและไฟล์เอกสารซับซ้อน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Supabase ใช้ Auth, RLS, Storage และเอกสารแยกตามแผนก ทำให้ policy ต้องละเอียด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เพิ่ม migrations สำหรับ documents, storage policies, department_id และ RLS เฉพาะ upload/delete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ระบบรองรับการแยกสิทธิ์ดีขึ้น แต่ต้องทดสอบ UAT กับบัญชีแต่ละ role เพิ่ม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7313F"/>
                          </a:solidFill>
                          <a:latin typeface="Tahoma"/>
                          <a:ea typeface="Tahoma"/>
                          <a:cs typeface="Tahoma"/>
                        </a:rPr>
                        <a:t>4. AI Chat, Search และ n8n ต้องพึ่งบริการภายนอก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Semantic Search ใช้ OpenAI embeddings และ n8n ใช้ webhook key จาก environment variables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แยก API endpoint สำหรับ chat, search, categorize, queue และ webhook พร้อมเก็บ key ฝั่ง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4C5968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ระบบพร้อมสาธิต flow หลัก แต่คุณภาพคำตอบ AI และ automation ขึ้นกับ key, quota และข้อมูลจริงในฐานข้อมูล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99DEE6D-9D5D-4E3F-A280-CCB1AED7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04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ข้อจำกัดสำคัญ: ต้องแก้ ESLint ให้ผ่านทั้งหมด ทดสอบ role จริง และตรวจ webhook/AI ด้วยข้อมูล Production ก่อนส่งมอบ</a:t>
            </a:r>
          </a:p>
        </p:txBody>
      </p:sp>
    </p:spTree>
    <p:extLst>
      <p:ext uri="{BB962C8B-B14F-4D97-AF65-F5344CB8AC3E}">
        <p14:creationId xmlns:p14="http://schemas.microsoft.com/office/powerpoint/2010/main" val="771993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2026-09-17T16:34:44.9670000Z</dcterms:created>
  <dcterms:modified xsi:type="dcterms:W3CDTF">2026-09-17T16:34:44.9670000Z</dcterms:modified>
</coreProperties>
</file>