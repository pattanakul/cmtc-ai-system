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a9b7928f124082" /><Relationship Type="http://schemas.openxmlformats.org/officeDocument/2006/relationships/extended-properties" Target="/docProps/app.xml" Id="Rb814ac82028d4a24" /><Relationship Type="http://schemas.openxmlformats.org/officeDocument/2006/relationships/officeDocument" Target="/ppt/presentation.xml" Id="R44406355484a49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0d247282c4c26"/>
  </p:sldMasterIdLst>
  <p:notesMasterIdLst>
    <p:notesMasterId xmlns:r="http://schemas.openxmlformats.org/officeDocument/2006/relationships" r:id="R84c7b4915bb24f4e"/>
  </p:notesMasterIdLst>
  <p:sldIdLst>
    <p:sldId xmlns:r="http://schemas.openxmlformats.org/officeDocument/2006/relationships" id="256" r:id="Red6a8c618c0b48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135b85ea744f3c" /><Relationship Type="http://schemas.openxmlformats.org/officeDocument/2006/relationships/slideMaster" Target="/ppt/slideMasters/slideMaster1.xml" Id="R56a0d247282c4c26" /><Relationship Type="http://schemas.openxmlformats.org/officeDocument/2006/relationships/notesMaster" Target="/ppt/notesMasters/notesMaster1.xml" Id="R84c7b4915bb24f4e" /><Relationship Type="http://schemas.openxmlformats.org/officeDocument/2006/relationships/presProps" Target="/ppt/presProps.xml" Id="R32852c54de104be5" /><Relationship Type="http://schemas.openxmlformats.org/officeDocument/2006/relationships/tableStyles" Target="/ppt/tableStyles.xml" Id="Re1fe489a0cab4a3b" /><Relationship Type="http://schemas.openxmlformats.org/officeDocument/2006/relationships/slide" Target="/ppt/slides/slide1.xml" Id="Red6a8c618c0b48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0c3ec7887e41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4fe35c1e484d84" /><Relationship Type="http://schemas.openxmlformats.org/officeDocument/2006/relationships/notesMaster" Target="/ppt/notesMasters/notesMaster1.xml" Id="R8709970266b445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เวอร์ชันนี้ทำให้ใช้พูดง่ายที่สุดสำหรับนำเสนอหน้าห้อง</a:t>
            </a:r>
          </a:p>
          <a:p xmlns:a="http://schemas.openxmlformats.org/drawingml/2006/main">
            <a:r>
              <a:t>ข้อมูลยังอ้างอิงจากผลตรวจโปรเจกต์เดิม: build ผ่าน, type-check ผ่าน, lint ยังต้องแก้, และระบบมี AI/n8n/Supabase ที่ต้องใช้ key กับข้อมูลจริง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54d9fc16945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933ec055514562" /><Relationship Type="http://schemas.openxmlformats.org/officeDocument/2006/relationships/slideLayout" Target="/ppt/slideLayouts/slideLayout1.xml" Id="Rb3f33c98e6b54b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f33c98e6b54b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9dc276ada4e67" /><Relationship Type="http://schemas.openxmlformats.org/officeDocument/2006/relationships/notesSlide" Target="/ppt/notesSlides/notesSlide1.xml" Id="Re2b9f37523524df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3038"/>
            </a:gs>
            <a:gs pos="52000">
              <a:srgbClr val="FF684E"/>
            </a:gs>
            <a:gs pos="100000">
              <a:srgbClr val="FF9D55"/>
            </a:gs>
          </a:gsLst>
          <a:lin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44506BF-6D15-41DA-A1FE-D5D7708B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-571500"/>
            <a:ext cx="3429000" cy="7429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C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720A4-CFF3-4CC9-8235-33E1A5C1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-1752600"/>
            <a:ext cx="7181850" cy="781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8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DCA42-42AF-4695-B9BE-2B38514E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4E1B5-437D-4306-B16F-9BF9455B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95859-635A-46FE-93FF-D04B5BFA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3EDDE-A139-4268-B679-1B76F974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12A46-F56C-409B-BFFC-8F7A186E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E0CBC-3849-48A6-B1AE-3FD156F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BEBCE-D40E-4E90-B4C7-66B2D5E8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D2BC7-1BF4-45A4-9FD0-6BA3E87B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A2817-6F67-4C66-A02F-D899A9B4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E4A46-B604-454E-A7A7-2CD084F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BD6A-EA9A-4341-9731-FCDDC8F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313AF-EB0A-48D6-9EC2-5744A10B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EC363-4E63-4EC9-9300-68F15A06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74DC3-A0BC-493C-B766-79A3C918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8DE0D-2D43-4CE9-A413-5E6B7F34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F397E-7745-42D9-B74B-3AAEB826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677DC-51B4-4A6E-A8F7-B34B6959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8D793-8282-494C-96F9-BC73A9CA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8B07A-A965-4763-B5FC-82B31EE8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087AD-1038-4ECC-A9C6-5F3AC56B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8397F-F92E-4D34-8946-694AB1A1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C94816-977E-47C4-8482-745738B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0B7D4C-27BC-4993-9780-13815EC8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50521-ED3B-4D16-BDE9-DC8580B9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17D4F-EE9A-4AAC-BA73-819BC7D7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88CFE3-298A-4331-A6F5-ADF6F6C7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7B6E0-74D3-4530-9E3B-5537BD7A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2FED1-DF4D-42E4-BC74-6C8E6A10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D025E-F586-43AA-B15C-1F60E1C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F6790-827E-48CE-9987-5DA74D1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B111C3-4A64-4B5F-9984-335E9FAF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3B046-6DA0-45EA-B026-D65E88C8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BB3849-5E46-4112-9F01-32E786B4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527D99-6C5D-4B3C-BC89-11D702D7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BE3A3-98BB-4BE9-88C5-95965C08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FDF893-330A-44D4-A0BC-104AB676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F99CB4-11D5-4935-ACBC-664A5E39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8B399A-698A-4417-993C-62A52C3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47177-C0F3-4730-AB5F-C1C0F9A6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D1799D-0EB9-4092-97EF-3C53FEA8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732FF5-7B19-4052-8004-0B2EB1A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D0EC18-707A-4DB8-AEB0-D4260E3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D249B1-0C0D-4C4F-A43D-D9F39D57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327ED9-3B57-4CBD-9892-85FEA510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D5E0FF-E080-4AC4-8DE1-D1BE5A8E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4E4746-B324-4388-BC70-48337F82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B7CE05-CCB5-4A66-AC82-74300424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506B46-65EB-4686-A38A-FED1ED7E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75AF72-D310-46E9-AF01-27A85269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E0B4F2-1D7B-456D-83B2-2A1EDFE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5090F9-7E22-4014-9969-A97BF763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11F0CB-A540-45AE-9146-F48CE0E8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6FD426-CA8F-489A-A5E0-7DC4E47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8265D8-4797-42F5-BFDF-271A62B1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A3DDF4-6C7A-4843-90C6-D2F351FD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793642-834A-4802-8B01-89322DBA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2F3A0B-E554-4D9F-9764-2FC5DF34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24A2BF-6C9C-402D-BB75-24EC77DF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5E0BF4-F4B7-4995-A153-60751B8E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6F2FD1-3CAC-466F-83AF-B208FA6B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CF7CC9-065B-4838-BAA9-FC7DBF53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6F639C-CC2D-4A89-8579-EAD9B966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4A0471-CC26-43D9-8ADD-E0E971AA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68A0005-1BE6-499D-8C02-7C5BB3A1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69B89D-3123-4D31-B7A4-3D6E333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049A411-E92C-44D0-87F7-74E49605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28B587-3746-4AFC-B2F6-E9BC7D5D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A9C424-95A9-403B-AEF8-DE63786F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2E820D-D3E2-48E9-973E-BA738434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6BDC2D-2842-4C1E-8F0F-14F43782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CBA8DE-FFED-4068-91F4-A2C5795B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BCC917-C5B9-431D-BA0C-31498AE0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9121D1-F84C-484A-B000-A89997CC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EB0078-AEC8-4030-B1D3-D45A54FD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4841D6-D411-4E8E-B7A7-58D1C7CB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71969C-AA54-419A-BF6E-53E46DF1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70F778A-6BA4-433D-A44D-A6591D7A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A59B28B-EA51-4ABC-B579-5DFCF673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9B8364-EB13-49AD-AE50-05367DF3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3591BBA-E24C-4E3B-A88E-09DDCB75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2C7B92-287E-46D0-B949-9FA085C3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FA802AA-3538-4887-8070-0C3E6C2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D0725B-139D-47DF-93FF-7B7B9C37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B7D7932-D0D7-4EBD-AFBE-DC07251A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0DCC49-65FB-4D95-870A-E0C09160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FAB8E3-46A8-4268-BDA8-D838203A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FD1ACD-BA18-45B3-8593-E31D9254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83F32BE-4D15-49C0-98F6-FAF7714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02A268F-AD3B-4AE0-9E08-0926E95C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9BBC922-75D4-4D6A-9614-5147E27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CF0448F-02B8-4B63-BD06-135F0ECC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D64B19-B32B-4E71-849D-05717EAC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1D4F9B5-56C8-4636-A8BD-A6604F2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A24A13-FD7E-47E3-B78E-333D0323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9261030-5F16-4140-B24C-72557E78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DCEEAB5-21C4-4F1D-A4B1-0A268410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2D7060-CD7F-4083-A4C1-6664A51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EEF6F0A-DB1C-4A68-9564-71F234C3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75A7CB8-D937-448A-BAC8-B8F4A70C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11FBDA-42C7-4204-ABFF-FD481109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5B9512-95D7-4ABE-A4ED-9B59B6C9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EF00483-E46B-4304-A594-26CDE3E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5D85EFE-0E03-4059-BB85-5CF630DE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3B8B07-231D-4FBB-AFB0-33FE20A8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EDE56F6-949C-4281-9820-67C073C6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8522F76-2C1A-40D5-860C-BE4E5489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D218C6C-E9E1-4FA9-A75A-146F4DFD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9803600-5D6D-473C-858B-BC4979ED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5FA397C-5B2D-4C23-9FF3-0A024B96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6AFD1C8-0162-4BBC-9D59-3B9FF998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066FA4E-15C8-41F7-9E46-8B2CFA2C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B7DB499-51A9-40F3-BEDC-C347929A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347C62D-1150-4747-A5F8-30A31B93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49BBCC-C96E-4186-9FEC-7DC7B74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BB79552-D039-4ED2-B509-6AB1C908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ED3E71C-0EE0-46E2-A3B2-4AC1EAC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A2DDA6A-E853-4A07-840D-53E2D6F3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3BADF37-BE0F-4F3C-8A2F-64A86C8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2047C04-41D5-4E27-B77B-BFA2D381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86B6EB0-9925-4BE6-8CDD-38462AA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97E7760-7791-4FC4-9B40-4DD368C8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B3BAC4A-4C9B-4E68-A209-1F182CF7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28BB703-3E49-4F49-8372-134AEC1A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4945F9D-2D6D-4956-BF2B-EA995B61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1FF78F9-2106-4EDF-8A48-0FEA8BA4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03AFD75-6F57-45A9-97AB-F30D1C8B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2050E64-6332-456E-B76B-30539CC9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9C72418-6714-4A5D-8574-FF3FA3E2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4DFB908-A377-40C9-B6A1-4C171FE1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A4F26FF-9E59-480D-9A42-6FE2D574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8CBB2F0-2553-4B08-A667-02417199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B3F050A-697D-4859-BC28-8B0000D2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1FED432-3C8C-453F-B9DF-E0D1FB9D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9CBDE49-2438-4253-AC57-0C3F2266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3B5E257-800C-47E2-B300-11ACD132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6360BAC-4A96-450E-BEFB-122608FE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33F378E-1492-46FE-9CCC-37F497E5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3E6C2EB-24E8-4D28-B87C-A964120D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2384179-ACBC-4632-B508-029F6A53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532075E-CCD6-4E52-B867-D66AD2D4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323669D-5416-427E-9FEC-AE0BB3AE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F7B5BA3-12FA-46B3-A229-DDB861B3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5669601-CEF8-4E9E-A626-1BD03C6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CE22807-09C5-4862-8CF3-F64E1B65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093B8EA-E102-4BCC-981E-EFCDB91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AA34933-D8E5-46E2-B3BE-0ED142DF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ปัญหาที่พบและการแก้ไข</a:t>
            </a:r>
          </a:p>
        </p:txBody>
      </p:sp>
      <p:graphicFrame>
        <p:nvGraphicFramePr>
          <p:cNvPr id="30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6223"/>
                <a:gridCol w="2623930"/>
                <a:gridCol w="3053301"/>
                <a:gridCol w="2719346"/>
              </a:tblGrid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ปัญหา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เกิดจากอะไร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แก้ยังไง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ผลตอนนี้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1. ตอน build ระบบไม่ผ่าน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ระบบต้องโหลดฟอนต์จากอินเทอร์เน็ต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เปิดให้ build ดึงฟอนต์ได้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Build ผ่านแล้ว แต่ตอน deploy ต้องตั้งค่าให้ดึงฟอนต์ได้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2. ตรวจโค้ดแล้วยังมี error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บางไฟล์ยังเขียน type ไม่ชัด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ต้องแก้ any และลบโค้ดที่ไม่ใช้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ระบบรันได้ แต่ควรแก้ lint ก่อนส่งงานจริง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3. สิทธิ์ผู้ใช้และเอกสารค่อนข้างซับซ้อน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มีหลาย role และเอกสารแยกตามแผนก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เพิ่มกฎในฐานข้อมูลให้แยกสิทธิ์ชัดขึ้น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ใช้งานได้ดีขึ้น แต่ควรทดสอบด้วยบัญชีจริงทุก role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4. AI และ n8n ต้องใช้บริการภายนอก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ต้องมี API key และข้อมูลจริงในระบบ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แยก key ไว้ฝั่ง server และทำ endpoint รองรับ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สาธิต flow ได้ แต่คำตอบ AI ขึ้นกับข้อมูลและ quota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6D0437F-2104-49AD-B47B-E898452E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4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สรุปง่าย ๆ: ระบบใช้งานหลักได้แล้ว แต่ก่อนส่งจริงควรแก้ lint ให้ผ่าน และทดสอบกับผู้ใช้จริงอีกครั้ง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D34E3C8-B4CB-4694-951A-4AAE6AEA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228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ประโยคพูด: ระหว่างพัฒนาเจอปัญหาหลัก 4 เรื่อง เราแก้จนระบบ build และใช้งานหลักได้แล้ว เหลือปรับคุณภาพโค้ดและทดสอบผู้ใช้จริงให้ครบ</a:t>
            </a:r>
          </a:p>
        </p:txBody>
      </p:sp>
    </p:spTree>
    <p:extLst>
      <p:ext uri="{BB962C8B-B14F-4D97-AF65-F5344CB8AC3E}">
        <p14:creationId xmlns:p14="http://schemas.microsoft.com/office/powerpoint/2010/main" val="2028746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2026-09-17T16:40:37.5120000Z</dcterms:created>
  <dcterms:modified xsi:type="dcterms:W3CDTF">2026-09-17T16:40:37.5120000Z</dcterms:modified>
</coreProperties>
</file>