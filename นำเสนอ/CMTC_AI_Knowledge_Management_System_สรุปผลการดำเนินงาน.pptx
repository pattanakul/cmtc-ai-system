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b7628219e74635" /><Relationship Type="http://schemas.openxmlformats.org/officeDocument/2006/relationships/extended-properties" Target="/docProps/app.xml" Id="R3ed87c01346b4039" /><Relationship Type="http://schemas.openxmlformats.org/officeDocument/2006/relationships/officeDocument" Target="/ppt/presentation.xml" Id="Rd7ce88a18a2c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630323ad804afa"/>
  </p:sldMasterIdLst>
  <p:notesMasterIdLst>
    <p:notesMasterId xmlns:r="http://schemas.openxmlformats.org/officeDocument/2006/relationships" r:id="Rab93299a450849c1"/>
  </p:notesMasterIdLst>
  <p:sldIdLst>
    <p:sldId xmlns:r="http://schemas.openxmlformats.org/officeDocument/2006/relationships" id="256" r:id="R9e32a05194e0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b1691d6af4378" /><Relationship Type="http://schemas.openxmlformats.org/officeDocument/2006/relationships/slideMaster" Target="/ppt/slideMasters/slideMaster1.xml" Id="R8b630323ad804afa" /><Relationship Type="http://schemas.openxmlformats.org/officeDocument/2006/relationships/notesMaster" Target="/ppt/notesMasters/notesMaster1.xml" Id="Rab93299a450849c1" /><Relationship Type="http://schemas.openxmlformats.org/officeDocument/2006/relationships/presProps" Target="/ppt/presProps.xml" Id="R370596b1eead4b07" /><Relationship Type="http://schemas.openxmlformats.org/officeDocument/2006/relationships/tableStyles" Target="/ppt/tableStyles.xml" Id="R79e51ffc3a0c41ca" /><Relationship Type="http://schemas.openxmlformats.org/officeDocument/2006/relationships/slide" Target="/ppt/slides/slide1.xml" Id="R9e32a05194e0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c8491e2b8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a00bcfb2c4188" /><Relationship Type="http://schemas.openxmlformats.org/officeDocument/2006/relationships/notesMaster" Target="/ppt/notesMasters/notesMaster1.xml" Id="R17d8292bbaef45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อ้างอิงจาก README.md และโครงสร้างโปรเจกต์ CMTC AI Knowledge Management System</a:t>
            </a:r>
          </a:p>
          <a:p xmlns:a="http://schemas.openxmlformats.org/drawingml/2006/main">
            <a:r>
              <a:t>สรุปผลดำเนินงานหลัก: Authentication/RBAC/RLS, Knowledge Management, Documents, AI Chat/Search, n8n Webhooks, Analytics และ Export CSV</a:t>
            </a:r>
          </a:p>
          <a:p xmlns:a="http://schemas.openxmlformats.org/drawingml/2006/main">
            <a:r>
              <a:t>เวอร์ชันนี้ใช้คำง่ายสำหรับนำเสนอหน้าห้อง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416a70c4c42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b7b2a4455c42cf" /><Relationship Type="http://schemas.openxmlformats.org/officeDocument/2006/relationships/slideLayout" Target="/ppt/slideLayouts/slideLayout1.xml" Id="Ra369ad511a114b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9ad511a11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edfd9e33140dc" /><Relationship Type="http://schemas.openxmlformats.org/officeDocument/2006/relationships/notesSlide" Target="/ppt/notesSlides/notesSlide1.xml" Id="R45f26cd593fc46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63B0302-F8CB-4BEC-8FA9-8505BC33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-2057400"/>
            <a:ext cx="6286500" cy="5143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FDC4F-CFD1-467C-AE87-BCF7B1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809750"/>
            <a:ext cx="5810250" cy="5334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85625-2C38-4C35-84FA-80ED56E0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9D1B9-72AA-4218-9678-7C5C819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CC6B6-A488-46DF-A716-6ADA89E1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BDCE8-5F8F-4BE4-8DE1-AAA9DAF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75DF3-7E1A-417F-954A-1CAF3F3D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E7FA7-CD34-4A83-94C5-4ABF08C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62DFD-0A63-4C10-B453-E2ABEE69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08DD0-081F-4D01-B862-6927790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4FD77-F8A6-478E-B4CD-6D21D1AE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74C1E-4179-4F69-917C-602352BD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34322-5F9C-49D0-8866-875AD32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52840-B53C-48F0-A175-EB091FF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95B60-5D3F-48DC-984E-DFCC11B3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BAC92-A139-4F14-9511-A1CF715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F1D5C-B610-428D-8AA1-9DE5ED6D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98D06-A7CB-44A0-8ED9-73B0213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5B4F8-50A2-4261-A29E-CED078FF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7F22C-BEF1-4A02-83B2-D6E63C35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C77B3-2303-4070-8E0D-BBF93C2B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22B93-FAFB-42A7-9827-EB02C12C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DDCEA-318D-42D3-A267-F136AD2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AED78-50FF-416D-866A-C3F1E956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EB01E-55DD-4E16-AFC4-8D1DE4FF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765DE-925A-4B30-B5E4-09D739BE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4662E-F728-4872-BFF5-4BB9066F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9713A-E814-48BE-BB3D-7A05578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65951-9CD7-4D3F-BF6F-4686CC08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EF2DF-4E9A-416D-9FBF-88CAF11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96111-E96A-409E-9450-BAD883CB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6522E-DF42-45D9-BD49-201C7769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EE09BC-D725-4EA4-8D4C-4252E901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EB142C-0CC5-4D84-B9E9-35B8C2B6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DA834-18F2-48B9-8649-B0DDC922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FA9D9-E6F8-40F6-93EC-02C53F13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99870A-E753-4BDB-A7DB-7FD97AC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CB2AAE-F4CD-46A4-958C-7CD2479F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CCF43B-C6BE-44E9-A3D5-15EC9606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CBB072-4D47-4113-B98B-880FB26A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EE0145-8FC9-4DFA-9A4B-C334CCC9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442C1-C3BB-4542-8578-F6CE596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6F02CA-41CD-42D9-A964-FBBD6D4A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B7667C-ACC2-438C-957D-7F41E6EB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B72BB1-7852-470A-835B-4A6A0820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8814D3-707B-4CD2-8023-4242C55F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C349FB-196F-427F-8E99-2C6A8978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3A9599-040B-4B04-8B6F-7C97198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E62128-90E1-42BE-B412-B8CA2E7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ED4B2B-04ED-4281-9B8F-9E68E8F3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1F37DF-D650-4C77-AA3E-A1E171D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8FB833-968B-43DB-AEE3-26712B0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4AD17E-C94A-4991-AD3D-3C2B9F3D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306F1B-C6F9-49A9-B1AB-7D922BAA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486941-D5F8-4430-8A33-5032A4C3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0F294F-D98A-4D3F-AAF6-82AF5485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A7C7FB-5A3F-4A61-BF93-6CA77036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04160C-8034-4610-8C86-36F9C17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155DD8-BF8E-4658-A407-F5182B4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AA9CE6-7857-4AB8-8BF3-EE316E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A2160CA-4EA6-49F8-96B9-2B82A9E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66B1BE-2CD8-4373-9E83-AD3A95CB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763F71-AB4A-4166-8F73-2DC1A253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6D899C-140B-44C6-9B9B-1544C0D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EFCD44-09DD-4D63-BC75-073A679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6C4DA1-C29B-4D0B-8479-936B3D43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7BC296-4640-4A7B-B43F-FEFDADCC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15BE56-E389-485E-BDAC-081C586A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7AA514-8833-497C-8D23-7FEE104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E9E28E1-B5D1-478B-93E6-7066419D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689F7BD-5D63-4144-927A-D6753021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1E6F4D-1980-4604-84AE-5454648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11FDB5-2B08-4CAD-A2A6-0DBF5FBA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BC0B6F-B5FB-4733-A151-2E14504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9FCB8F-C6C8-4EDC-BD73-B56FAB1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F0C0D7-6AE7-48C5-8775-6B313157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45D3961-B418-4CF1-9DEC-7C5857A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292791-3A2C-499A-81B1-D49AA3BE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84E501-A7EC-4F6D-B6CE-2C60FE4E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F135C2-3855-4B8E-9FF8-D75082A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8AA472-BA00-4A70-AAF4-B2E7FBF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930ACC-69E6-4E14-84C1-F17ABE81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39D53C-C076-494D-8540-C8E44FFC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829A589-AE51-478E-948A-C765364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D6C22A4-B2E6-484C-90DD-CD2BF64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0866062-D103-4104-BF2E-5D09B21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93DDE3-FF65-448C-B406-1791C562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EA0A46-C5BE-48CC-A1B0-FC6BCF6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37E3E9A-522F-404D-865B-A388E4CE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A8F601-2B74-4D3D-AD51-4991BCD7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8B6C0D-45D5-4B95-AB7F-0C27658C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916BD5C-5AFB-4458-B8A9-31D91A8E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010EA5B-A8D2-4EC5-97A1-3D846B67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32B636-B5A6-4F0C-9842-D0C50C40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A0F95C6-93AE-4EBF-9F0B-9CF2122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E408303-FA02-4C91-B2E4-6361218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F8B896-171F-41FD-8AE5-E3F7294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2484CD-B73B-400A-8311-64A9FF1B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10C88BC-52FE-47EF-AAC9-3663EBE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25225ED-787B-48CA-8C7F-503277C3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6C5158-1D45-471B-AF42-171DF296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C775D5-24F8-4675-9322-36F681D6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AB3EF6-11A2-4259-8653-5C68FB8D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F793E5-6548-4C0E-8A5F-822DDCC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2F76AF-8267-4FE0-A046-495AADFB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0AFBE1A-2A30-4B6F-B122-22D29123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F4586E8-0EF8-465B-9D22-FA8F27A4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45CFF47-4ED9-4EC4-A89E-49E902F3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E2E7CD-91E1-4E68-BEF2-1BD22EAB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CCC91A-12C0-4151-BF34-D09889FD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C701602-7290-4D84-AAD6-65CA0DD0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6A8B786-0C1B-40A4-BD52-D882D202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0659F66-207B-4382-AE2F-247455F6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A446D27-1587-485E-91C1-ABB9503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305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8BC1CD-7420-4FF3-880C-8DE4962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A9593A4-0621-4B57-8B41-B8425EA7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B512AFD-3971-49E1-80E0-A8165F12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D21B9E-C428-4EFB-ADC5-06B5D21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FC0FFFB-8D7C-4F47-A5D6-369D85F5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18B52A-E4D4-4BB1-A538-C4C0C5AE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F2D4560-5C18-4338-BD14-73D969F1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3463E4-46A5-418B-BDE3-F296AC7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D2E5F55-6648-4988-BBA1-6348E6D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02FC591-FD98-4B35-BAE6-3767876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57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B06CB7F-357F-4EBB-A3E0-8E2D0641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2CEBC0E-07FB-476C-8D00-B28048C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781DB6-CF96-4D14-9629-BB1E8BC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93735C9-DD5D-450A-8C8A-D5A59F55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C4E4BDD-BBE1-4A2F-AE9A-724BBB22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387FEE2-BC8A-4BD8-A965-DB84AA7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AEA0BA0-C894-4F7B-A802-AC23999A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7B86F49-7458-46A1-9E56-319C44BA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1D9256F-B718-41F8-B790-9FC337D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251ED75-AB16-4CC8-9D7E-6D88E2A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610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020B634-EFA9-43A2-B796-AA6F1E37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44AF579-2F9A-4CE3-9FF9-027C2406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32F4349-603F-4C48-ABE3-C8479C6C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E495A67-2FBC-460F-91C3-A75F813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969C408-CB7D-45DF-9E69-26C5FAC0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B8571DD-0D1E-4459-868D-73CD9738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204FC5B-7BEB-415D-80B6-2C368A9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8069284-D4EB-4ADD-B947-874BD060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1DE134F-3523-44AC-BBDA-CAA90893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7624B1B-F036-4A5B-AA61-B09C0944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762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0546EEE-F442-4C3D-9BF2-2EAFD225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43516A2-1714-47DD-8F0E-C35C54ED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CE94944-D4FE-4992-BF4A-95394941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3357023-E07B-4ADC-8DF8-4ABDF7FA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BBD5013-FFCF-4E2E-B349-0A7D1E0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B98D262-1D18-416F-A933-AC59EE1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BCD15C-EBD8-48C2-B5A7-CC4BB2E9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C43BBB8-BE03-4B75-BE2F-A39CBB7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B0BFA59-FB8E-469C-84C7-115B7FBC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D67B7F1-1564-4BF1-BF33-873B6205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15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9D3F8D8-EB78-4AE9-89B6-9F503EC7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F3434"/>
                </a:solidFill>
                <a:latin typeface="Tahoma"/>
                <a:ea typeface="Tahoma"/>
                <a:cs typeface="Tahoma"/>
              </a:rPr>
              <a:t>สรุปผลการดำเนินงาน</a:t>
            </a:r>
          </a:p>
        </p:txBody>
      </p:sp>
      <p:graphicFrame>
        <p:nvGraphicFramePr>
          <p:cNvPr id="314" name=""/>
          <p:cNvGraphicFramePr/>
          <p:nvPr/>
        </p:nvGraphicFramePr>
        <p:xfrm>
          <a:off xmlns:a="http://schemas.openxmlformats.org/drawingml/2006/main" x="762000" y="1676400"/>
          <a:ext xmlns:a="http://schemas.openxmlformats.org/drawingml/2006/main" cx="1064895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33063"/>
                <a:gridCol w="5423998"/>
                <a:gridCol w="1691889"/>
              </a:tblGrid>
              <a:tr h="6515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สิ่งที่ทำ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ผลที่ได้จริง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6515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1. ระบบเว็บสำหรับจัดการข้อมูล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ทำหน้า Dashboard, จัดการบทความ, จัดการหมวดหมู่, จัดการผู้ใช้ และหน้าใช้งานสำหรับเจ้าหน้าที่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3434"/>
                          </a:solidFill>
                          <a:latin typeface="Tahoma"/>
                          <a:ea typeface="Tahoma"/>
                          <a:cs typeface="Tahoma"/>
                        </a:rPr>
                        <a:t>สำเร็จ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2. ระบบเอกสารและองค์ความรู้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เพิ่มการอัปโหลดเอกสาร จัดเก็บข้อมูล ค้นหา และแสดงรายละเอียดเอกสารในระบบ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3434"/>
                          </a:solidFill>
                          <a:latin typeface="Tahoma"/>
                          <a:ea typeface="Tahoma"/>
                          <a:cs typeface="Tahoma"/>
                        </a:rPr>
                        <a:t>สำเร็จ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3. ระบบ AI Chat และค้นหา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เพิ่มผู้ช่วย AI, ค้นหาด้วยความหมาย, ช่วยจัดหมวดหมู่ และตอบคำถามจากข้อมูลในระบบ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3434"/>
                          </a:solidFill>
                          <a:latin typeface="Tahoma"/>
                          <a:ea typeface="Tahoma"/>
                          <a:cs typeface="Tahoma"/>
                        </a:rPr>
                        <a:t>สำเร็จ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4. ความปลอดภัย รายงาน และเชื่อมต่อระบบอื่น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เพิ่ม Login, สิทธิ์ผู้ใช้ 4 ระดับ, RLS, รายงาน Analytics, Export CSV และ webhook สำหรับ n8n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3434"/>
                          </a:solidFill>
                          <a:latin typeface="Tahoma"/>
                          <a:ea typeface="Tahoma"/>
                          <a:cs typeface="Tahoma"/>
                        </a:rPr>
                        <a:t>สำเร็จ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1DADE0F-544E-4847-89C9-5F8EDBC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F3434"/>
                </a:solidFill>
                <a:latin typeface="Tahoma"/>
                <a:ea typeface="Tahoma"/>
                <a:cs typeface="Tahoma"/>
              </a:rPr>
              <a:t>สรุปง่าย ๆ: โครงงานทำระบบหลักครบแล้ว ใช้งานได้ทั้งจัดการข้อมูล เอกสาร AI สิทธิ์ผู้ใช้ และรายงาน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BCEA637-283C-4B62-894A-24B987D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39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3642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2D3642"/>
                </a:solidFill>
                <a:latin typeface="Tahoma"/>
                <a:ea typeface="Tahoma"/>
                <a:cs typeface="Tahoma"/>
              </a:rPr>
              <a:t>ประโยคพูด: งานที่ทำเสร็จคือระบบเว็บจัดการองค์ความรู้ของวิทยาลัย มีระบบค้นหา เอกสาร AI และส่วนผู้ดูแลครบตามเป้าหมายหลัก</a:t>
            </a:r>
          </a:p>
        </p:txBody>
      </p:sp>
    </p:spTree>
    <p:extLst>
      <p:ext uri="{BB962C8B-B14F-4D97-AF65-F5344CB8AC3E}">
        <p14:creationId xmlns:p14="http://schemas.microsoft.com/office/powerpoint/2010/main" val="631078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2026-09-17T16:55:49.9760000Z</dcterms:created>
  <dcterms:modified xsi:type="dcterms:W3CDTF">2026-09-17T16:55:49.9760000Z</dcterms:modified>
</coreProperties>
</file>