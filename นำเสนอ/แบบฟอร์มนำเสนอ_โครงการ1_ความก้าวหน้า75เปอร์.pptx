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โครงการ 1 | การนำเสนอผลการดำเนินงาน ≥ 75%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วิทยาลัยเทคนิคเชียงใหม่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955280" y="-914400"/>
            <a:ext cx="5120640" cy="5120640"/>
          </a:xfrm>
          <a:prstGeom prst="arc">
            <a:avLst/>
          </a:prstGeom>
          <a:solidFill>
            <a:srgbClr val="1D4D74">
              <a:alpha val="88000"/>
            </a:srgbClr>
          </a:solidFill>
          <a:ln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400000">
            <a:off x="8686800" y="3108960"/>
            <a:ext cx="3840480" cy="3840480"/>
          </a:xfrm>
          <a:prstGeom prst="arc">
            <a:avLst/>
          </a:prstGeom>
          <a:solidFill>
            <a:srgbClr val="1F8A8A">
              <a:alpha val="82000"/>
            </a:srgbClr>
          </a:solidFill>
          <a:ln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5156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แบบฟอร์มนำเสนอ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ผลการดำเนินงานโครงการ 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94944" y="257860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AF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สำหรับนักศึกษาที่มีความก้าวหน้าไม่น้อยกว่า 75%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3236976"/>
            <a:ext cx="6309360" cy="132588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456432"/>
            <a:ext cx="580644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ชื่อโครงงาน : [กรอกชื่อโครงงาน]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ผู้จัดทำ : [ชื่อ–สกุล / รหัสนักศึกษา]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อาจารย์ที่ปรึกษา : [ชื่ออาจารย์]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6016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1E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การประเมินปลายภาค “โครงการ 1” | ผลงานสมบูรณ์ 100% และการสอบจบ นำเสนอในภาคเรียนถัดไป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1. ปัญหา ที่มา และเป้าหมายของโครงงาน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ทบทวนให้กรรมการเข้าใจว่า “ทำอะไร – เพื่อใคร – แก้ปัญหาอะไร” ภายใน 1 นาที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B64949"/>
          </a:solidFill>
          <a:ln w="12700">
            <a:solidFill>
              <a:srgbClr val="B64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54480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ปัญหา / ความจำเป็น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947672"/>
            <a:ext cx="3154680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[อธิบายสถานการณ์หรือปัญหาที่พบจริง]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[ระบุกลุ่มผู้ใช้หรือหน่วยงานเป้าหมาย]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54480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วัตถุประสงค์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1947672"/>
            <a:ext cx="3154680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1) [วัตถุประสงค์ข้อ 1]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2) [วัตถุประสงค์ข้อ 2]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3) [ถ้ามี]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554480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ขอบเขตงาน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1947672"/>
            <a:ext cx="3154680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[ฟังก์ชัน/ชิ้นส่วน/โมดูลหลัก]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[สิ่งที่อยู่ในขอบเขตของโครงการ 1]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703320"/>
            <a:ext cx="11018520" cy="102412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8130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1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สิ่งที่ต้องใส่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3794760"/>
            <a:ext cx="9720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4F1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ใช้ข้อความสั้น กระชับ ไม่คัดลอกบทที่ 1 มาวางทั้งหน้า และควรมีภาพปัญหาหรือภาพบริบทจริง 1 ภาพหากมี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2. สรุปความก้าวหน้าปัจจุบัน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แสดงสถานะจริง ณ วันสอบ ไม่จำเป็นต้องครบ 100% แต่ต้องไม่น้อยกว่า 75% และมีหลักฐานตรวจสอบ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ความก้าวหน้ารวม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0808208" cy="420624"/>
          </a:xfrm>
          <a:prstGeom prst="roundRect">
            <a:avLst/>
          </a:prstGeom>
          <a:solidFill>
            <a:srgbClr val="DFE8F1"/>
          </a:solidFill>
          <a:ln w="12700">
            <a:solidFill>
              <a:srgbClr val="DFE8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47088"/>
            <a:ext cx="8650224" cy="420624"/>
          </a:xfrm>
          <a:prstGeom prst="round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8105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[80%]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578608"/>
          <a:ext cx="10808208" cy="2423160"/>
        </p:xfrm>
        <a:graphic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งาน/โมดูล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สถานะ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หลักฐาน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[เช่น วิเคราะห์และออกแบบระบบ]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เสร็จแล้ว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[Diagram / เอกสาร]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[เช่น ฟังก์ชันหลัก / Prototype]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เสร็จแล้ว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[Demo / Screenshot / ภาพถ่าย]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[เช่น ทดสอบระบบ]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กำลังดำเนินการ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[ผลทดสอบบางส่วน]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[งานที่ยังเหลือ]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ยังไม่เสร็จ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[ระบุชัดเจน]</a:t>
                      </a:r>
                      <a:endParaRPr lang="en-US" sz="125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58368" y="5193792"/>
            <a:ext cx="10808208" cy="74980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303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1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สิ่งที่ต้องใส่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801368" y="5285232"/>
            <a:ext cx="9509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4F1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เปอร์เซ็นต์ต้องสัมพันธ์กับงานที่ทำจริง ห้ามใส่ 90–100% หากยังไม่มีหลักฐานหรือยังไม่สามารถสาธิตส่วนสำคัญได้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3. การออกแบบและวิธีดำเนินงาน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เลือกแสดงแผนภาพที่ตรงกับประเภทโครงงานของตนเอง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315468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54480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พื้นที่วางแผนภาพหลัก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47672"/>
            <a:ext cx="4937760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วางภาพ Architecture / System Diagram / Workflow / Use Case / Circuit Block Diagram / AI Pipeline / Game Flow ตามประเภทโครงงาน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[ลากรูปหรือแผนภาพมาวางแทนข้อความนี้]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5303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417320"/>
            <a:ext cx="73152" cy="315468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54480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อธิบายแนวทางพัฒนา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47672"/>
            <a:ext cx="4937760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เครื่องมือ / ภาษา / Framework / Hardware ที่ใช้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โครงสร้างระบบและการเชื่อมต่อ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หลักการทำงานของส่วนสำคัญ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เหตุผลที่เลือกแนวทางนี้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28032"/>
            <a:ext cx="10863072" cy="84124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9377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1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สิ่งที่ต้องใส่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4919472"/>
            <a:ext cx="9564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4F1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Web/App: Architecture + Database | AI: Dataset + Model/Pipeline | IoT: Sensor/Controller/Cloud | Hardware: Block/Circuit | Game: Game Flow + Core Mechanics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4. ผลงานที่ดำเนินการเสร็จแล้ว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เน้น “ของจริงที่ทำได้แล้ว” มากกว่าคำอธิบาย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17320"/>
            <a:ext cx="73152" cy="3383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54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ผลงานส่วนที่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1947672"/>
            <a:ext cx="3063240" cy="2706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[ภาพหน้าจอ / ภาพชิ้นงาน / ภาพวงจร]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คำอธิบายสั้น ๆ ว่าส่วนนี้ทำอะไร และใช้งานได้ถึงระดับใด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17320"/>
            <a:ext cx="73152" cy="3383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ผลงานส่วนที่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47672"/>
            <a:ext cx="3063240" cy="2706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[ภาพหน้าจอ / ภาพชิ้นงาน / ผลลัพธ์]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ระบุฟังก์ชันหรือโมดูลที่เสร็จแล้ว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417320"/>
            <a:ext cx="73152" cy="3383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554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ผลงานส่วนที่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1947672"/>
            <a:ext cx="3063240" cy="2706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[ภาพหน้าจอ / ภาพชิ้นงาน / ผลลัพธ์]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ระบุสิ่งที่สามารถสาธิตได้ในวันสอบ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5074920"/>
            <a:ext cx="10853928" cy="74980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846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1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สิ่งที่ต้องใส่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01368" y="5166360"/>
            <a:ext cx="9555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4F1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หากเป็นซอฟต์แวร์ควรมี URL / Source Code / Git หรือหลักฐานการทำงาน หากเป็นฮาร์ดแวร์ควรมี Prototype จริงและภาพประกอบ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5. การทดสอบและผลที่ได้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แสดงหลักฐานว่าผลงานไม่ได้เพียง “ทำเสร็จ” แต่ผ่านการทดสอบบางส่วนแล้ว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490472"/>
          <a:ext cx="10936224" cy="2331720"/>
        </p:xfrm>
        <a:graphic>
          <a:graphicData uri="http://schemas.openxmlformats.org/drawingml/2006/table">
            <a:tbl>
              <a:tblPr/>
              <a:tblGrid>
                <a:gridCol w="2011680"/>
                <a:gridCol w="2423160"/>
                <a:gridCol w="2103120"/>
                <a:gridCol w="2103120"/>
                <a:gridCol w="229514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รายการทดสอบ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วิธีทดสอบ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ผลที่คาดหวัง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ผลที่ได้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สถานะ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[Test 1]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[ขั้นตอน]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[Expected]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[Actual]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ผ่าน / ไม่ผ่าน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[Test 2]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[ขั้นตอน]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[Expected]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[Actual]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ผ่าน / ไม่ผ่าน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[Test 3]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[ขั้นตอน]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[Expected]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[Actual]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ผ่าน / ไม่ผ่าน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" y="4096512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" y="4096512"/>
            <a:ext cx="73152" cy="1170432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233672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หลักฐานผลการทดสอบ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626864"/>
            <a:ext cx="49377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[กราฟ / ตาราง / Log / Accuracy / Latency / ภาพผลทดสอบ / วิดีโอ]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4096512"/>
            <a:ext cx="535838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99632" y="4096512"/>
            <a:ext cx="73152" cy="1170432"/>
          </a:xfrm>
          <a:prstGeom prst="rect">
            <a:avLst/>
          </a:prstGeom>
          <a:solidFill>
            <a:srgbClr val="C47F17"/>
          </a:solidFill>
          <a:ln w="12700">
            <a:solidFill>
              <a:srgbClr val="C47F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423367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ข้อค้นพบ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4626864"/>
            <a:ext cx="499262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[ส่วนที่ทำงานได้ดี]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[ส่วนที่ต้องปรับปรุงก่อนสอบจบ]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6. ปัญหา อุปสรรค และการแก้ไข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กรรมการต้องเห็นกระบวนการคิดและการแก้ปัญหาระหว่างพัฒนา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27048"/>
          <a:ext cx="10881360" cy="2880360"/>
        </p:xfrm>
        <a:graphic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ปัญหาที่พบ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สาเหตุ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แนวทางแก้ไขที่ดำเนินการ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ผลหลังแก้ไข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[ปัญหา 1]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[สาเหตุ]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[วิธีที่ทดลอง/แก้]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[ผล]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[ปัญหา 2]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[สาเหตุ]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[วิธีที่ทดลอง/แก้]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[ผล]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[ปัญหา 3]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[สาเหตุ]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[วิธีที่ทดลอง/แก้]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[ผล]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718304"/>
            <a:ext cx="10881360" cy="86868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1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สิ่งที่ต้องใส่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83080" y="4809744"/>
            <a:ext cx="9582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4F1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ไม่ควรตอบเพียง “ไม่มีปัญหา” หากมีการพัฒนาจริงย่อมมีข้อผิดพลาด การปรับแบบ หรือข้อจำกัดบางประการ ให้เลือกเฉพาะประเด็นสำคัญ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7. งานที่ยังเหลือและแผนพัฒนาสู่ 100%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ส่วนนี้เชื่อมจาก “โครงการ 1” ไปสู่การทำผลงานสมบูรณ์และสอบจบในภาคเรียนหน้า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36192"/>
          <a:ext cx="10954512" cy="28803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งานที่เหลือ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สถานะปัจจุบัน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สิ่งที่จะดำเนินการต่อ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เป้าหมาย/หลักฐานเมื่อเสร็จ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[งาน 1]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[เช่น 80%]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[สิ่งที่จะทำ]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[Demo/Test/Report]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[งาน 2]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[เช่น 60%]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[สิ่งที่จะทำ]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[Demo/Test/Report]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[งาน 3]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[ยังไม่เริ่ม]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[สิ่งที่จะทำ]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[Demo/Test/Report]</a:t>
                      </a:r>
                      <a:endParaRPr lang="en-US" sz="118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" y="4709160"/>
            <a:ext cx="10954512" cy="896112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4818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1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สิ่งที่ต้องใส่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64792" y="4800600"/>
            <a:ext cx="9656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4F1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ระบุเฉพาะงานที่เหลือจริง ไม่ใช้ถ้อยคำกว้าง ๆ เช่น “ปรับปรุงระบบให้สมบูรณ์” แต่ต้องระบุว่าจะเพิ่ม/แก้/ทดสอบอะไร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8. การแบ่งหน้าที่และผลงานรายบุคคล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ใช้ตรวจสอบการมีส่วนร่วมของสมาชิกแต่ละคนในการตัดเกรดโครงการ 1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907792"/>
        </p:xfrm>
        <a:graphic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ชื่อสมาชิก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หน้าที่รับผิดชอบ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สิ่งที่ทำสำเร็จ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หลักฐาน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[ชื่อคนที่ 1]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[งานที่รับผิดชอบ]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[ผลที่ทำได้]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[Git / File / ภาพ / Demo]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[ชื่อคนที่ 2]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[งานที่รับผิดชอบ]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[ผลที่ทำได้]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[Git / File / ภาพ / Demo]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[ชื่อคนที่ 3 ถ้ามี]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[งานที่รับผิดชอบ]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[ผลที่ทำได้]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oto Sans Thai" pitchFamily="34" charset="0"/>
                          <a:ea typeface="Noto Sans Thai" pitchFamily="34" charset="-122"/>
                          <a:cs typeface="Noto Sans Thai" pitchFamily="34" charset="-120"/>
                        </a:rPr>
                        <a:t>[Git / File / ภาพ / Demo]</a:t>
                      </a:r>
                      <a:endParaRPr lang="en-US" sz="1200" dirty="0">
                        <a:latin typeface="Noto Sans Thai" charset="0"/>
                        <a:ea typeface="Noto Sans Thai" charset="0"/>
                        <a:cs typeface="Noto Sans Tha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754880"/>
            <a:ext cx="10881360" cy="84124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48646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1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สิ่งที่ต้องใส่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83080" y="4846320"/>
            <a:ext cx="9582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4F1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สมาชิกทุกคนต้องตอบคำถามเกี่ยวกับงานของตนเองได้ และกรรมการอาจให้คะแนนรายบุคคลแตกต่างกันตามหลักฐานและความเข้าใจ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9. สรุปผลการดำเนินงานและสาธิต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ปิดการนำเสนอด้วยสิ่งที่ทำได้จริง ณ วันสอบ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214884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54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ระดับความสำเร็จ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47672"/>
            <a:ext cx="30632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ความก้าวหน้าปัจจุบัน : [___ %]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ส่วนสำคัญที่ทำสำเร็จ 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[1–3 ประเด็น]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17320"/>
            <a:ext cx="73152" cy="21488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สิ่งที่พิสูจน์ได้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47672"/>
            <a:ext cx="30632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[ระบบทำงาน / Prototype ทำงาน / Model ให้ผล / Game เล่นได้]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อ้างอิงหลักฐานที่แสดงในวันสอบ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50800" dir="2700000">
              <a:srgbClr val="C7D2DE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417320"/>
            <a:ext cx="73152" cy="214884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54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เป้าหมายภาคเรียนหน้า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1947672"/>
            <a:ext cx="30632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[งานสำคัญที่ต้องทำให้ครบ 100%]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[การทดสอบ/ประเมิน/จัดทำรายงานฉบับสมบูรณ์]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890504" cy="1051560"/>
          </a:xfrm>
          <a:prstGeom prst="roundRect">
            <a:avLst/>
          </a:prstGeom>
          <a:solidFill>
            <a:srgbClr val="E9F6F6"/>
          </a:solidFill>
          <a:ln w="15240">
            <a:solidFill>
              <a:srgbClr val="B7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245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8A8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DEMO ผลงานจริง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08960" y="4187952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แนะนำให้เตรียมการสาธิต 2–3 นาที และมีวิดีโอสำรองกรณีอุปกรณ์/เครือข่ายขัดข้อง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55321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ขอบคุณครับ / ค่ะ   |   คำถามจากกรรมการ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คำแนะนำก่อนวันสอบ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สไลด์นี้ใช้เป็นแนวทางเตรียมตัว สามารถลบออกก่อนนำเสนอได้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870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เวลานำเสนอแนะนำ 7–10 นาที และตอบคำถามประมาณ 3–5 นาที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นำเสนอเฉพาะผลการดำเนินงานที่ทำได้จริง ณ วันสอบ ไม่จำเป็นต้องอ้างว่าโครงงานสมบูรณ์ 100%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ต้องมีหลักฐาน เช่น Source Code, Git/ไฟล์งาน, ภาพถ่าย Prototype, Screenshot, Log, ผลทดสอบ หรือ Dataset ตามประเภทโครงงาน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เตรียม Demo จริง และควรมีวิดีโอสำรองกรณีอินเทอร์เน็ต อุปกรณ์ หรือระบบมีปัญหา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สมาชิกทุกคนต้องรู้ภาพรวมโครงงาน และต้องอธิบายงานที่ตนเองรับผิดชอบได้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งานที่ยังไม่เสร็จให้ระบุอย่างตรงไปตรงมา พร้อมแผนดำเนินการต่อในภาคเรียนหน้าเพื่อเข้าสู่การสอบจบ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10287000" cy="804672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E2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28523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4949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หลักสำคัญ: “คะแนนโครงการ 1 พิจารณาจากสิ่งที่พัฒนาได้จริง ความเข้าใจของผู้จัดทำ คุณภาพหลักฐาน และความพร้อมที่จะพัฒนาต่อให้สมบูรณ์ในโครงการ 2”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วิทยาลัยเทคนิคเชียงใหม่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แบบฟอร์มนำเสนอผลการดำเนินงานโครงการ 1</dc:title>
  <dc:subject>แบบฟอร์มนำเสนอผลการดำเนินงานโครงการ 1 ระดับความก้าวหน้าไม่น้อยกว่า 75%</dc:subject>
  <dc:creator>OpenAI</dc:creator>
  <cp:lastModifiedBy>OpenAI</cp:lastModifiedBy>
  <cp:revision>1</cp:revision>
  <dcterms:created xsi:type="dcterms:W3CDTF">2026-08-25T11:03:49Z</dcterms:created>
  <dcterms:modified xsi:type="dcterms:W3CDTF">2026-08-25T11:03:49Z</dcterms:modified>
</cp:coreProperties>
</file>